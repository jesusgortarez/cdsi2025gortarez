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Lst>
  <p:sldSz cy="5143500" cx="9144000"/>
  <p:notesSz cx="6858000" cy="9144000"/>
  <p:embeddedFontLst>
    <p:embeddedFont>
      <p:font typeface="Roboto Thin"/>
      <p:regular r:id="rId49"/>
      <p:bold r:id="rId50"/>
      <p:italic r:id="rId51"/>
      <p:boldItalic r:id="rId52"/>
    </p:embeddedFont>
    <p:embeddedFont>
      <p:font typeface="Roboto Medium"/>
      <p:regular r:id="rId53"/>
      <p:bold r:id="rId54"/>
      <p:italic r:id="rId55"/>
      <p:boldItalic r:id="rId56"/>
    </p:embeddedFont>
    <p:embeddedFont>
      <p:font typeface="Roboto"/>
      <p:regular r:id="rId57"/>
      <p:bold r:id="rId58"/>
      <p:italic r:id="rId59"/>
      <p:boldItalic r:id="rId60"/>
    </p:embeddedFont>
    <p:embeddedFont>
      <p:font typeface="Nunito"/>
      <p:regular r:id="rId61"/>
      <p:bold r:id="rId62"/>
      <p:italic r:id="rId63"/>
      <p:boldItalic r:id="rId64"/>
    </p:embeddedFont>
    <p:embeddedFont>
      <p:font typeface="Maven Pro"/>
      <p:regular r:id="rId65"/>
      <p:bold r:id="rId6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font" Target="fonts/RobotoThin-regular.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font" Target="fonts/Nunito-bold.fntdata"/><Relationship Id="rId61" Type="http://schemas.openxmlformats.org/officeDocument/2006/relationships/font" Target="fonts/Nunito-regular.fntdata"/><Relationship Id="rId20" Type="http://schemas.openxmlformats.org/officeDocument/2006/relationships/slide" Target="slides/slide15.xml"/><Relationship Id="rId64" Type="http://schemas.openxmlformats.org/officeDocument/2006/relationships/font" Target="fonts/Nunito-boldItalic.fntdata"/><Relationship Id="rId63" Type="http://schemas.openxmlformats.org/officeDocument/2006/relationships/font" Target="fonts/Nunito-italic.fntdata"/><Relationship Id="rId22" Type="http://schemas.openxmlformats.org/officeDocument/2006/relationships/slide" Target="slides/slide17.xml"/><Relationship Id="rId66" Type="http://schemas.openxmlformats.org/officeDocument/2006/relationships/font" Target="fonts/MavenPro-bold.fntdata"/><Relationship Id="rId21" Type="http://schemas.openxmlformats.org/officeDocument/2006/relationships/slide" Target="slides/slide16.xml"/><Relationship Id="rId65" Type="http://schemas.openxmlformats.org/officeDocument/2006/relationships/font" Target="fonts/MavenPro-regular.fntdata"/><Relationship Id="rId24" Type="http://schemas.openxmlformats.org/officeDocument/2006/relationships/slide" Target="slides/slide19.xml"/><Relationship Id="rId23" Type="http://schemas.openxmlformats.org/officeDocument/2006/relationships/slide" Target="slides/slide18.xml"/><Relationship Id="rId60" Type="http://schemas.openxmlformats.org/officeDocument/2006/relationships/font" Target="fonts/Roboto-boldItalic.fntdata"/><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font" Target="fonts/RobotoThin-italic.fntdata"/><Relationship Id="rId50" Type="http://schemas.openxmlformats.org/officeDocument/2006/relationships/font" Target="fonts/RobotoThin-bold.fntdata"/><Relationship Id="rId53" Type="http://schemas.openxmlformats.org/officeDocument/2006/relationships/font" Target="fonts/RobotoMedium-regular.fntdata"/><Relationship Id="rId52" Type="http://schemas.openxmlformats.org/officeDocument/2006/relationships/font" Target="fonts/RobotoThin-boldItalic.fntdata"/><Relationship Id="rId11" Type="http://schemas.openxmlformats.org/officeDocument/2006/relationships/slide" Target="slides/slide6.xml"/><Relationship Id="rId55" Type="http://schemas.openxmlformats.org/officeDocument/2006/relationships/font" Target="fonts/RobotoMedium-italic.fntdata"/><Relationship Id="rId10" Type="http://schemas.openxmlformats.org/officeDocument/2006/relationships/slide" Target="slides/slide5.xml"/><Relationship Id="rId54" Type="http://schemas.openxmlformats.org/officeDocument/2006/relationships/font" Target="fonts/RobotoMedium-bold.fntdata"/><Relationship Id="rId13" Type="http://schemas.openxmlformats.org/officeDocument/2006/relationships/slide" Target="slides/slide8.xml"/><Relationship Id="rId57" Type="http://schemas.openxmlformats.org/officeDocument/2006/relationships/font" Target="fonts/Roboto-regular.fntdata"/><Relationship Id="rId12" Type="http://schemas.openxmlformats.org/officeDocument/2006/relationships/slide" Target="slides/slide7.xml"/><Relationship Id="rId56" Type="http://schemas.openxmlformats.org/officeDocument/2006/relationships/font" Target="fonts/RobotoMedium-boldItalic.fntdata"/><Relationship Id="rId15" Type="http://schemas.openxmlformats.org/officeDocument/2006/relationships/slide" Target="slides/slide10.xml"/><Relationship Id="rId59" Type="http://schemas.openxmlformats.org/officeDocument/2006/relationships/font" Target="fonts/Roboto-italic.fntdata"/><Relationship Id="rId14" Type="http://schemas.openxmlformats.org/officeDocument/2006/relationships/slide" Target="slides/slide9.xml"/><Relationship Id="rId58" Type="http://schemas.openxmlformats.org/officeDocument/2006/relationships/font" Target="fonts/Roboto-bold.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275" name="Google Shape;275;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g10b8e2f8094_0_3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4" name="Google Shape;284;g10b8e2f8094_0_3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g33981da6717_2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1" name="Google Shape;291;g33981da6717_2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g33981da6717_2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7" name="Google Shape;297;g33981da6717_2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g1144d91205e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5" name="Google Shape;305;g1144d91205e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g116e6452f61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4" name="Google Shape;314;g116e6452f61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g116e6452f61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2" name="Google Shape;322;g116e6452f61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g10ca5513fe0_0_12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1" name="Google Shape;331;g10ca5513fe0_0_12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g116e6452f61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7" name="Google Shape;337;g116e6452f61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g1144d91205e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5" name="Google Shape;345;g1144d91205e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g116e6452f61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2" name="Google Shape;352;g116e6452f61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g116e6452f61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9" name="Google Shape;359;g116e6452f61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g116e6452f61_0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6" name="Google Shape;366;g116e6452f61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 name="Shape 371"/>
        <p:cNvGrpSpPr/>
        <p:nvPr/>
      </p:nvGrpSpPr>
      <p:grpSpPr>
        <a:xfrm>
          <a:off x="0" y="0"/>
          <a:ext cx="0" cy="0"/>
          <a:chOff x="0" y="0"/>
          <a:chExt cx="0" cy="0"/>
        </a:xfrm>
      </p:grpSpPr>
      <p:sp>
        <p:nvSpPr>
          <p:cNvPr id="372" name="Google Shape;372;g116e6452f61_0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3" name="Google Shape;373;g116e6452f61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g116e6452f61_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1" name="Google Shape;381;g116e6452f61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g116e6452f61_0_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8" name="Google Shape;388;g116e6452f61_0_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g116e6452f61_0_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5" name="Google Shape;395;g116e6452f61_0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0" name="Shape 400"/>
        <p:cNvGrpSpPr/>
        <p:nvPr/>
      </p:nvGrpSpPr>
      <p:grpSpPr>
        <a:xfrm>
          <a:off x="0" y="0"/>
          <a:ext cx="0" cy="0"/>
          <a:chOff x="0" y="0"/>
          <a:chExt cx="0" cy="0"/>
        </a:xfrm>
      </p:grpSpPr>
      <p:sp>
        <p:nvSpPr>
          <p:cNvPr id="401" name="Google Shape;401;g116e6452f61_0_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2" name="Google Shape;402;g116e6452f61_0_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7" name="Shape 407"/>
        <p:cNvGrpSpPr/>
        <p:nvPr/>
      </p:nvGrpSpPr>
      <p:grpSpPr>
        <a:xfrm>
          <a:off x="0" y="0"/>
          <a:ext cx="0" cy="0"/>
          <a:chOff x="0" y="0"/>
          <a:chExt cx="0" cy="0"/>
        </a:xfrm>
      </p:grpSpPr>
      <p:sp>
        <p:nvSpPr>
          <p:cNvPr id="408" name="Google Shape;408;g116e6452f61_0_1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9" name="Google Shape;409;g116e6452f61_0_1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5" name="Shape 415"/>
        <p:cNvGrpSpPr/>
        <p:nvPr/>
      </p:nvGrpSpPr>
      <p:grpSpPr>
        <a:xfrm>
          <a:off x="0" y="0"/>
          <a:ext cx="0" cy="0"/>
          <a:chOff x="0" y="0"/>
          <a:chExt cx="0" cy="0"/>
        </a:xfrm>
      </p:grpSpPr>
      <p:sp>
        <p:nvSpPr>
          <p:cNvPr id="416" name="Google Shape;416;g114b59a70a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7" name="Google Shape;417;g114b59a70a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g114b59a70a8_1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6" name="Google Shape;426;g114b59a70a8_1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2" name="Shape 432"/>
        <p:cNvGrpSpPr/>
        <p:nvPr/>
      </p:nvGrpSpPr>
      <p:grpSpPr>
        <a:xfrm>
          <a:off x="0" y="0"/>
          <a:ext cx="0" cy="0"/>
          <a:chOff x="0" y="0"/>
          <a:chExt cx="0" cy="0"/>
        </a:xfrm>
      </p:grpSpPr>
      <p:sp>
        <p:nvSpPr>
          <p:cNvPr id="433" name="Google Shape;433;g114b59a70a8_1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4" name="Google Shape;434;g114b59a70a8_1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0" name="Shape 440"/>
        <p:cNvGrpSpPr/>
        <p:nvPr/>
      </p:nvGrpSpPr>
      <p:grpSpPr>
        <a:xfrm>
          <a:off x="0" y="0"/>
          <a:ext cx="0" cy="0"/>
          <a:chOff x="0" y="0"/>
          <a:chExt cx="0" cy="0"/>
        </a:xfrm>
      </p:grpSpPr>
      <p:sp>
        <p:nvSpPr>
          <p:cNvPr id="441" name="Google Shape;441;g114b59a70a8_1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2" name="Google Shape;442;g114b59a70a8_1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7" name="Shape 447"/>
        <p:cNvGrpSpPr/>
        <p:nvPr/>
      </p:nvGrpSpPr>
      <p:grpSpPr>
        <a:xfrm>
          <a:off x="0" y="0"/>
          <a:ext cx="0" cy="0"/>
          <a:chOff x="0" y="0"/>
          <a:chExt cx="0" cy="0"/>
        </a:xfrm>
      </p:grpSpPr>
      <p:sp>
        <p:nvSpPr>
          <p:cNvPr id="448" name="Google Shape;448;g114b59a70a8_1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9" name="Google Shape;449;g114b59a70a8_1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g114b59a70a8_1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6" name="Google Shape;456;g114b59a70a8_1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1" name="Shape 461"/>
        <p:cNvGrpSpPr/>
        <p:nvPr/>
      </p:nvGrpSpPr>
      <p:grpSpPr>
        <a:xfrm>
          <a:off x="0" y="0"/>
          <a:ext cx="0" cy="0"/>
          <a:chOff x="0" y="0"/>
          <a:chExt cx="0" cy="0"/>
        </a:xfrm>
      </p:grpSpPr>
      <p:sp>
        <p:nvSpPr>
          <p:cNvPr id="462" name="Google Shape;462;g114b59a70a8_1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3" name="Google Shape;463;g114b59a70a8_1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8" name="Shape 468"/>
        <p:cNvGrpSpPr/>
        <p:nvPr/>
      </p:nvGrpSpPr>
      <p:grpSpPr>
        <a:xfrm>
          <a:off x="0" y="0"/>
          <a:ext cx="0" cy="0"/>
          <a:chOff x="0" y="0"/>
          <a:chExt cx="0" cy="0"/>
        </a:xfrm>
      </p:grpSpPr>
      <p:sp>
        <p:nvSpPr>
          <p:cNvPr id="469" name="Google Shape;469;g114b59a70a8_1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0" name="Google Shape;470;g114b59a70a8_1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5" name="Shape 475"/>
        <p:cNvGrpSpPr/>
        <p:nvPr/>
      </p:nvGrpSpPr>
      <p:grpSpPr>
        <a:xfrm>
          <a:off x="0" y="0"/>
          <a:ext cx="0" cy="0"/>
          <a:chOff x="0" y="0"/>
          <a:chExt cx="0" cy="0"/>
        </a:xfrm>
      </p:grpSpPr>
      <p:sp>
        <p:nvSpPr>
          <p:cNvPr id="476" name="Google Shape;476;g114b59a70a8_1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7" name="Google Shape;477;g114b59a70a8_1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2" name="Shape 482"/>
        <p:cNvGrpSpPr/>
        <p:nvPr/>
      </p:nvGrpSpPr>
      <p:grpSpPr>
        <a:xfrm>
          <a:off x="0" y="0"/>
          <a:ext cx="0" cy="0"/>
          <a:chOff x="0" y="0"/>
          <a:chExt cx="0" cy="0"/>
        </a:xfrm>
      </p:grpSpPr>
      <p:sp>
        <p:nvSpPr>
          <p:cNvPr id="483" name="Google Shape;483;g114b59a70a8_1_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4" name="Google Shape;484;g114b59a70a8_1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g114b59a70a8_1_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1" name="Google Shape;491;g114b59a70a8_1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6" name="Shape 496"/>
        <p:cNvGrpSpPr/>
        <p:nvPr/>
      </p:nvGrpSpPr>
      <p:grpSpPr>
        <a:xfrm>
          <a:off x="0" y="0"/>
          <a:ext cx="0" cy="0"/>
          <a:chOff x="0" y="0"/>
          <a:chExt cx="0" cy="0"/>
        </a:xfrm>
      </p:grpSpPr>
      <p:sp>
        <p:nvSpPr>
          <p:cNvPr id="497" name="Google Shape;497;g114b59a70a8_1_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8" name="Google Shape;498;g114b59a70a8_1_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3" name="Shape 503"/>
        <p:cNvGrpSpPr/>
        <p:nvPr/>
      </p:nvGrpSpPr>
      <p:grpSpPr>
        <a:xfrm>
          <a:off x="0" y="0"/>
          <a:ext cx="0" cy="0"/>
          <a:chOff x="0" y="0"/>
          <a:chExt cx="0" cy="0"/>
        </a:xfrm>
      </p:grpSpPr>
      <p:sp>
        <p:nvSpPr>
          <p:cNvPr id="504" name="Google Shape;504;g114b59a70a8_1_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5" name="Google Shape;505;g114b59a70a8_1_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0" name="Shape 510"/>
        <p:cNvGrpSpPr/>
        <p:nvPr/>
      </p:nvGrpSpPr>
      <p:grpSpPr>
        <a:xfrm>
          <a:off x="0" y="0"/>
          <a:ext cx="0" cy="0"/>
          <a:chOff x="0" y="0"/>
          <a:chExt cx="0" cy="0"/>
        </a:xfrm>
      </p:grpSpPr>
      <p:sp>
        <p:nvSpPr>
          <p:cNvPr id="511" name="Google Shape;511;g114b59a70a8_1_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2" name="Google Shape;512;g114b59a70a8_1_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7" name="Shape 517"/>
        <p:cNvGrpSpPr/>
        <p:nvPr/>
      </p:nvGrpSpPr>
      <p:grpSpPr>
        <a:xfrm>
          <a:off x="0" y="0"/>
          <a:ext cx="0" cy="0"/>
          <a:chOff x="0" y="0"/>
          <a:chExt cx="0" cy="0"/>
        </a:xfrm>
      </p:grpSpPr>
      <p:sp>
        <p:nvSpPr>
          <p:cNvPr id="518" name="Google Shape;518;g114b59a70a8_1_1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9" name="Google Shape;519;g114b59a70a8_1_1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4" name="Shape 524"/>
        <p:cNvGrpSpPr/>
        <p:nvPr/>
      </p:nvGrpSpPr>
      <p:grpSpPr>
        <a:xfrm>
          <a:off x="0" y="0"/>
          <a:ext cx="0" cy="0"/>
          <a:chOff x="0" y="0"/>
          <a:chExt cx="0" cy="0"/>
        </a:xfrm>
      </p:grpSpPr>
      <p:sp>
        <p:nvSpPr>
          <p:cNvPr id="525" name="Google Shape;525;g114b59a70a8_1_1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6" name="Google Shape;526;g114b59a70a8_1_1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2" name="Shape 532"/>
        <p:cNvGrpSpPr/>
        <p:nvPr/>
      </p:nvGrpSpPr>
      <p:grpSpPr>
        <a:xfrm>
          <a:off x="0" y="0"/>
          <a:ext cx="0" cy="0"/>
          <a:chOff x="0" y="0"/>
          <a:chExt cx="0" cy="0"/>
        </a:xfrm>
      </p:grpSpPr>
      <p:sp>
        <p:nvSpPr>
          <p:cNvPr id="533" name="Google Shape;533;g114b59a70a8_1_1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4" name="Google Shape;534;g114b59a70a8_1_1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0" name="Shape 540"/>
        <p:cNvGrpSpPr/>
        <p:nvPr/>
      </p:nvGrpSpPr>
      <p:grpSpPr>
        <a:xfrm>
          <a:off x="0" y="0"/>
          <a:ext cx="0" cy="0"/>
          <a:chOff x="0" y="0"/>
          <a:chExt cx="0" cy="0"/>
        </a:xfrm>
      </p:grpSpPr>
      <p:sp>
        <p:nvSpPr>
          <p:cNvPr id="541" name="Google Shape;541;g33981da6717_2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2" name="Google Shape;542;g33981da6717_2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9" name="Shape 549"/>
        <p:cNvGrpSpPr/>
        <p:nvPr/>
      </p:nvGrpSpPr>
      <p:grpSpPr>
        <a:xfrm>
          <a:off x="0" y="0"/>
          <a:ext cx="0" cy="0"/>
          <a:chOff x="0" y="0"/>
          <a:chExt cx="0" cy="0"/>
        </a:xfrm>
      </p:grpSpPr>
      <p:sp>
        <p:nvSpPr>
          <p:cNvPr id="550" name="Google Shape;550;g114b59a70a8_1_1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1" name="Google Shape;551;g114b59a70a8_1_1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7" name="Shape 557"/>
        <p:cNvGrpSpPr/>
        <p:nvPr/>
      </p:nvGrpSpPr>
      <p:grpSpPr>
        <a:xfrm>
          <a:off x="0" y="0"/>
          <a:ext cx="0" cy="0"/>
          <a:chOff x="0" y="0"/>
          <a:chExt cx="0" cy="0"/>
        </a:xfrm>
      </p:grpSpPr>
      <p:sp>
        <p:nvSpPr>
          <p:cNvPr id="558" name="Google Shape;558;g112cb3e91a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9" name="Google Shape;559;g112cb3e91a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3" name="Shape 563"/>
        <p:cNvGrpSpPr/>
        <p:nvPr/>
      </p:nvGrpSpPr>
      <p:grpSpPr>
        <a:xfrm>
          <a:off x="0" y="0"/>
          <a:ext cx="0" cy="0"/>
          <a:chOff x="0" y="0"/>
          <a:chExt cx="0" cy="0"/>
        </a:xfrm>
      </p:grpSpPr>
      <p:sp>
        <p:nvSpPr>
          <p:cNvPr id="564" name="Google Shape;564;g26a1142556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5" name="Google Shape;565;g26a1142556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a:t>https://www.kaggle.com/code/vidhuran07/speech-emotion-recognition-ipynb/notebook</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0" name="Shape 570"/>
        <p:cNvGrpSpPr/>
        <p:nvPr/>
      </p:nvGrpSpPr>
      <p:grpSpPr>
        <a:xfrm>
          <a:off x="0" y="0"/>
          <a:ext cx="0" cy="0"/>
          <a:chOff x="0" y="0"/>
          <a:chExt cx="0" cy="0"/>
        </a:xfrm>
      </p:grpSpPr>
      <p:sp>
        <p:nvSpPr>
          <p:cNvPr id="571" name="Google Shape;571;g2bab60866c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2" name="Google Shape;572;g2bab60866c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6" name="Shape 576"/>
        <p:cNvGrpSpPr/>
        <p:nvPr/>
      </p:nvGrpSpPr>
      <p:grpSpPr>
        <a:xfrm>
          <a:off x="0" y="0"/>
          <a:ext cx="0" cy="0"/>
          <a:chOff x="0" y="0"/>
          <a:chExt cx="0" cy="0"/>
        </a:xfrm>
      </p:grpSpPr>
      <p:sp>
        <p:nvSpPr>
          <p:cNvPr id="577" name="Google Shape;577;g2bab60866ce_0_5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8" name="Google Shape;578;g2bab60866ce_0_5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8" name="Shape 618"/>
        <p:cNvGrpSpPr/>
        <p:nvPr/>
      </p:nvGrpSpPr>
      <p:grpSpPr>
        <a:xfrm>
          <a:off x="0" y="0"/>
          <a:ext cx="0" cy="0"/>
          <a:chOff x="0" y="0"/>
          <a:chExt cx="0" cy="0"/>
        </a:xfrm>
      </p:grpSpPr>
      <p:sp>
        <p:nvSpPr>
          <p:cNvPr id="619" name="Google Shape;619;g2bab60866ce_0_2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0" name="Google Shape;620;g2bab60866ce_0_2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accent1"/>
        </a:solidFill>
      </p:bgPr>
    </p:bg>
    <p:spTree>
      <p:nvGrpSpPr>
        <p:cNvPr id="9" name="Shape 9"/>
        <p:cNvGrpSpPr/>
        <p:nvPr/>
      </p:nvGrpSpPr>
      <p:grpSpPr>
        <a:xfrm>
          <a:off x="0" y="0"/>
          <a:ext cx="0" cy="0"/>
          <a:chOff x="0" y="0"/>
          <a:chExt cx="0" cy="0"/>
        </a:xfrm>
      </p:grpSpPr>
      <p:grpSp>
        <p:nvGrpSpPr>
          <p:cNvPr id="10" name="Google Shape;10;p2"/>
          <p:cNvGrpSpPr/>
          <p:nvPr/>
        </p:nvGrpSpPr>
        <p:grpSpPr>
          <a:xfrm>
            <a:off x="7343003" y="3409675"/>
            <a:ext cx="1691422" cy="1732548"/>
            <a:chOff x="7343003" y="3409675"/>
            <a:chExt cx="1691422" cy="1732548"/>
          </a:xfrm>
        </p:grpSpPr>
        <p:grpSp>
          <p:nvGrpSpPr>
            <p:cNvPr id="11" name="Google Shape;11;p2"/>
            <p:cNvGrpSpPr/>
            <p:nvPr/>
          </p:nvGrpSpPr>
          <p:grpSpPr>
            <a:xfrm>
              <a:off x="7343003" y="4453711"/>
              <a:ext cx="316800" cy="688513"/>
              <a:chOff x="7343003" y="4453711"/>
              <a:chExt cx="316800" cy="688513"/>
            </a:xfrm>
          </p:grpSpPr>
          <p:sp>
            <p:nvSpPr>
              <p:cNvPr id="12" name="Google Shape;12;p2"/>
              <p:cNvSpPr/>
              <p:nvPr/>
            </p:nvSpPr>
            <p:spPr>
              <a:xfrm>
                <a:off x="7343003"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a:off x="7343003"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 name="Google Shape;14;p2"/>
            <p:cNvGrpSpPr/>
            <p:nvPr/>
          </p:nvGrpSpPr>
          <p:grpSpPr>
            <a:xfrm>
              <a:off x="7801210" y="4105700"/>
              <a:ext cx="316800" cy="1036523"/>
              <a:chOff x="7801210" y="4105700"/>
              <a:chExt cx="316800" cy="1036523"/>
            </a:xfrm>
          </p:grpSpPr>
          <p:sp>
            <p:nvSpPr>
              <p:cNvPr id="15" name="Google Shape;15;p2"/>
              <p:cNvSpPr/>
              <p:nvPr/>
            </p:nvSpPr>
            <p:spPr>
              <a:xfrm>
                <a:off x="7801210"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p:nvPr/>
            </p:nvSpPr>
            <p:spPr>
              <a:xfrm>
                <a:off x="7801210" y="4105700"/>
                <a:ext cx="316800" cy="1036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2"/>
              <p:cNvSpPr/>
              <p:nvPr/>
            </p:nvSpPr>
            <p:spPr>
              <a:xfrm>
                <a:off x="7801210"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 name="Google Shape;18;p2"/>
            <p:cNvGrpSpPr/>
            <p:nvPr/>
          </p:nvGrpSpPr>
          <p:grpSpPr>
            <a:xfrm>
              <a:off x="8259418" y="3757688"/>
              <a:ext cx="316800" cy="1384535"/>
              <a:chOff x="8259418" y="3757688"/>
              <a:chExt cx="316800" cy="1384535"/>
            </a:xfrm>
          </p:grpSpPr>
          <p:sp>
            <p:nvSpPr>
              <p:cNvPr id="19" name="Google Shape;19;p2"/>
              <p:cNvSpPr/>
              <p:nvPr/>
            </p:nvSpPr>
            <p:spPr>
              <a:xfrm>
                <a:off x="8259418"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2"/>
              <p:cNvSpPr/>
              <p:nvPr/>
            </p:nvSpPr>
            <p:spPr>
              <a:xfrm>
                <a:off x="8259418" y="3757688"/>
                <a:ext cx="316800" cy="1384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2"/>
              <p:cNvSpPr/>
              <p:nvPr/>
            </p:nvSpPr>
            <p:spPr>
              <a:xfrm>
                <a:off x="8259418" y="4105700"/>
                <a:ext cx="316800" cy="1036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2"/>
              <p:cNvSpPr/>
              <p:nvPr/>
            </p:nvSpPr>
            <p:spPr>
              <a:xfrm>
                <a:off x="8259418"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 name="Google Shape;23;p2"/>
            <p:cNvGrpSpPr/>
            <p:nvPr/>
          </p:nvGrpSpPr>
          <p:grpSpPr>
            <a:xfrm>
              <a:off x="8717625" y="3409675"/>
              <a:ext cx="316800" cy="1732548"/>
              <a:chOff x="8717625" y="3409675"/>
              <a:chExt cx="316800" cy="1732548"/>
            </a:xfrm>
          </p:grpSpPr>
          <p:sp>
            <p:nvSpPr>
              <p:cNvPr id="24" name="Google Shape;24;p2"/>
              <p:cNvSpPr/>
              <p:nvPr/>
            </p:nvSpPr>
            <p:spPr>
              <a:xfrm>
                <a:off x="8717625"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2"/>
              <p:cNvSpPr/>
              <p:nvPr/>
            </p:nvSpPr>
            <p:spPr>
              <a:xfrm>
                <a:off x="8717625" y="3757688"/>
                <a:ext cx="316800" cy="1384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2"/>
              <p:cNvSpPr/>
              <p:nvPr/>
            </p:nvSpPr>
            <p:spPr>
              <a:xfrm>
                <a:off x="8717625" y="4105700"/>
                <a:ext cx="316800" cy="1036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2"/>
              <p:cNvSpPr/>
              <p:nvPr/>
            </p:nvSpPr>
            <p:spPr>
              <a:xfrm>
                <a:off x="8717625" y="3409675"/>
                <a:ext cx="316800" cy="1732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2"/>
              <p:cNvSpPr/>
              <p:nvPr/>
            </p:nvSpPr>
            <p:spPr>
              <a:xfrm>
                <a:off x="8717625"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29" name="Google Shape;29;p2"/>
          <p:cNvSpPr txBox="1"/>
          <p:nvPr>
            <p:ph type="ctrTitle"/>
          </p:nvPr>
        </p:nvSpPr>
        <p:spPr>
          <a:xfrm>
            <a:off x="824000" y="1613813"/>
            <a:ext cx="4255500" cy="18729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30" name="Google Shape;30;p2"/>
          <p:cNvSpPr txBox="1"/>
          <p:nvPr>
            <p:ph idx="1" type="subTitle"/>
          </p:nvPr>
        </p:nvSpPr>
        <p:spPr>
          <a:xfrm>
            <a:off x="824000" y="3596300"/>
            <a:ext cx="4255500" cy="6954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rgbClr val="EFEFEF"/>
              </a:buClr>
              <a:buSzPts val="1600"/>
              <a:buNone/>
              <a:defRPr sz="1600">
                <a:solidFill>
                  <a:srgbClr val="EFEFEF"/>
                </a:solidFill>
              </a:defRPr>
            </a:lvl1pPr>
            <a:lvl2pPr lvl="1">
              <a:lnSpc>
                <a:spcPct val="100000"/>
              </a:lnSpc>
              <a:spcBef>
                <a:spcPts val="0"/>
              </a:spcBef>
              <a:spcAft>
                <a:spcPts val="0"/>
              </a:spcAft>
              <a:buClr>
                <a:srgbClr val="EFEFEF"/>
              </a:buClr>
              <a:buSzPts val="1600"/>
              <a:buNone/>
              <a:defRPr sz="1600">
                <a:solidFill>
                  <a:srgbClr val="EFEFEF"/>
                </a:solidFill>
              </a:defRPr>
            </a:lvl2pPr>
            <a:lvl3pPr lvl="2">
              <a:lnSpc>
                <a:spcPct val="100000"/>
              </a:lnSpc>
              <a:spcBef>
                <a:spcPts val="0"/>
              </a:spcBef>
              <a:spcAft>
                <a:spcPts val="0"/>
              </a:spcAft>
              <a:buClr>
                <a:srgbClr val="EFEFEF"/>
              </a:buClr>
              <a:buSzPts val="1600"/>
              <a:buNone/>
              <a:defRPr sz="1600">
                <a:solidFill>
                  <a:srgbClr val="EFEFEF"/>
                </a:solidFill>
              </a:defRPr>
            </a:lvl3pPr>
            <a:lvl4pPr lvl="3">
              <a:lnSpc>
                <a:spcPct val="100000"/>
              </a:lnSpc>
              <a:spcBef>
                <a:spcPts val="0"/>
              </a:spcBef>
              <a:spcAft>
                <a:spcPts val="0"/>
              </a:spcAft>
              <a:buClr>
                <a:srgbClr val="EFEFEF"/>
              </a:buClr>
              <a:buSzPts val="1600"/>
              <a:buNone/>
              <a:defRPr sz="1600">
                <a:solidFill>
                  <a:srgbClr val="EFEFEF"/>
                </a:solidFill>
              </a:defRPr>
            </a:lvl4pPr>
            <a:lvl5pPr lvl="4">
              <a:lnSpc>
                <a:spcPct val="100000"/>
              </a:lnSpc>
              <a:spcBef>
                <a:spcPts val="0"/>
              </a:spcBef>
              <a:spcAft>
                <a:spcPts val="0"/>
              </a:spcAft>
              <a:buClr>
                <a:srgbClr val="EFEFEF"/>
              </a:buClr>
              <a:buSzPts val="1600"/>
              <a:buNone/>
              <a:defRPr sz="1600">
                <a:solidFill>
                  <a:srgbClr val="EFEFEF"/>
                </a:solidFill>
              </a:defRPr>
            </a:lvl5pPr>
            <a:lvl6pPr lvl="5">
              <a:lnSpc>
                <a:spcPct val="100000"/>
              </a:lnSpc>
              <a:spcBef>
                <a:spcPts val="0"/>
              </a:spcBef>
              <a:spcAft>
                <a:spcPts val="0"/>
              </a:spcAft>
              <a:buClr>
                <a:srgbClr val="EFEFEF"/>
              </a:buClr>
              <a:buSzPts val="1600"/>
              <a:buNone/>
              <a:defRPr sz="1600">
                <a:solidFill>
                  <a:srgbClr val="EFEFEF"/>
                </a:solidFill>
              </a:defRPr>
            </a:lvl6pPr>
            <a:lvl7pPr lvl="6">
              <a:lnSpc>
                <a:spcPct val="100000"/>
              </a:lnSpc>
              <a:spcBef>
                <a:spcPts val="0"/>
              </a:spcBef>
              <a:spcAft>
                <a:spcPts val="0"/>
              </a:spcAft>
              <a:buClr>
                <a:srgbClr val="EFEFEF"/>
              </a:buClr>
              <a:buSzPts val="1600"/>
              <a:buNone/>
              <a:defRPr sz="1600">
                <a:solidFill>
                  <a:srgbClr val="EFEFEF"/>
                </a:solidFill>
              </a:defRPr>
            </a:lvl7pPr>
            <a:lvl8pPr lvl="7">
              <a:lnSpc>
                <a:spcPct val="100000"/>
              </a:lnSpc>
              <a:spcBef>
                <a:spcPts val="0"/>
              </a:spcBef>
              <a:spcAft>
                <a:spcPts val="0"/>
              </a:spcAft>
              <a:buClr>
                <a:srgbClr val="EFEFEF"/>
              </a:buClr>
              <a:buSzPts val="1600"/>
              <a:buNone/>
              <a:defRPr sz="1600">
                <a:solidFill>
                  <a:srgbClr val="EFEFEF"/>
                </a:solidFill>
              </a:defRPr>
            </a:lvl8pPr>
            <a:lvl9pPr lvl="8">
              <a:lnSpc>
                <a:spcPct val="100000"/>
              </a:lnSpc>
              <a:spcBef>
                <a:spcPts val="0"/>
              </a:spcBef>
              <a:spcAft>
                <a:spcPts val="0"/>
              </a:spcAft>
              <a:buClr>
                <a:srgbClr val="EFEFEF"/>
              </a:buClr>
              <a:buSzPts val="1600"/>
              <a:buNone/>
              <a:defRPr sz="1600">
                <a:solidFill>
                  <a:srgbClr val="EFEFEF"/>
                </a:solidFill>
              </a:defRPr>
            </a:lvl9pPr>
          </a:lstStyle>
          <a:p/>
        </p:txBody>
      </p:sp>
      <p:sp>
        <p:nvSpPr>
          <p:cNvPr id="31" name="Google Shape;31;p2"/>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419"/>
              <a:t>‹#›</a:t>
            </a:fld>
            <a:endParaRPr/>
          </a:p>
        </p:txBody>
      </p:sp>
      <p:grpSp>
        <p:nvGrpSpPr>
          <p:cNvPr id="32" name="Google Shape;32;p2"/>
          <p:cNvGrpSpPr/>
          <p:nvPr/>
        </p:nvGrpSpPr>
        <p:grpSpPr>
          <a:xfrm>
            <a:off x="5043503" y="0"/>
            <a:ext cx="3814072" cy="3839102"/>
            <a:chOff x="5043503" y="0"/>
            <a:chExt cx="3814072" cy="3839102"/>
          </a:xfrm>
        </p:grpSpPr>
        <p:sp>
          <p:nvSpPr>
            <p:cNvPr id="33" name="Google Shape;33;p2"/>
            <p:cNvSpPr/>
            <p:nvPr/>
          </p:nvSpPr>
          <p:spPr>
            <a:xfrm>
              <a:off x="8460975" y="1817775"/>
              <a:ext cx="396600" cy="3966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2"/>
            <p:cNvSpPr/>
            <p:nvPr/>
          </p:nvSpPr>
          <p:spPr>
            <a:xfrm rot="-9830444">
              <a:off x="6469759" y="3480728"/>
              <a:ext cx="320148" cy="320148"/>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5" name="Google Shape;35;p2"/>
            <p:cNvGrpSpPr/>
            <p:nvPr/>
          </p:nvGrpSpPr>
          <p:grpSpPr>
            <a:xfrm>
              <a:off x="7647812" y="2704283"/>
              <a:ext cx="635219" cy="635219"/>
              <a:chOff x="6725724" y="2701260"/>
              <a:chExt cx="1208101" cy="1208100"/>
            </a:xfrm>
          </p:grpSpPr>
          <p:sp>
            <p:nvSpPr>
              <p:cNvPr id="36" name="Google Shape;36;p2"/>
              <p:cNvSpPr/>
              <p:nvPr/>
            </p:nvSpPr>
            <p:spPr>
              <a:xfrm rot="5400000">
                <a:off x="6725725" y="2701260"/>
                <a:ext cx="1208100" cy="12081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2"/>
              <p:cNvSpPr/>
              <p:nvPr/>
            </p:nvSpPr>
            <p:spPr>
              <a:xfrm rot="5400000">
                <a:off x="6725724" y="2701260"/>
                <a:ext cx="1208100" cy="1208100"/>
              </a:xfrm>
              <a:prstGeom prst="pie">
                <a:avLst>
                  <a:gd fmla="val 8244818" name="adj1"/>
                  <a:gd fmla="val 16246175"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2"/>
              <p:cNvSpPr/>
              <p:nvPr/>
            </p:nvSpPr>
            <p:spPr>
              <a:xfrm rot="5400000">
                <a:off x="6954988" y="2930398"/>
                <a:ext cx="749700" cy="7497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9" name="Google Shape;39;p2"/>
            <p:cNvSpPr/>
            <p:nvPr/>
          </p:nvSpPr>
          <p:spPr>
            <a:xfrm>
              <a:off x="8460975" y="1817775"/>
              <a:ext cx="396600" cy="396600"/>
            </a:xfrm>
            <a:prstGeom prst="pie">
              <a:avLst>
                <a:gd fmla="val 19376841"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0" name="Google Shape;40;p2"/>
            <p:cNvGrpSpPr/>
            <p:nvPr/>
          </p:nvGrpSpPr>
          <p:grpSpPr>
            <a:xfrm>
              <a:off x="7952720" y="179238"/>
              <a:ext cx="873165" cy="873003"/>
              <a:chOff x="7754428" y="208725"/>
              <a:chExt cx="541800" cy="541800"/>
            </a:xfrm>
          </p:grpSpPr>
          <p:sp>
            <p:nvSpPr>
              <p:cNvPr id="41" name="Google Shape;41;p2"/>
              <p:cNvSpPr/>
              <p:nvPr/>
            </p:nvSpPr>
            <p:spPr>
              <a:xfrm rot="-8647347">
                <a:off x="7831319" y="285616"/>
                <a:ext cx="388018" cy="388018"/>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2"/>
              <p:cNvSpPr/>
              <p:nvPr/>
            </p:nvSpPr>
            <p:spPr>
              <a:xfrm rot="-8647347">
                <a:off x="7831319" y="285616"/>
                <a:ext cx="388018" cy="388018"/>
              </a:xfrm>
              <a:prstGeom prst="pie">
                <a:avLst>
                  <a:gd fmla="val 19376841" name="adj1"/>
                  <a:gd fmla="val 12313574"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3" name="Google Shape;43;p2"/>
            <p:cNvSpPr/>
            <p:nvPr/>
          </p:nvSpPr>
          <p:spPr>
            <a:xfrm>
              <a:off x="5399840" y="356365"/>
              <a:ext cx="2577000" cy="25770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2"/>
            <p:cNvSpPr/>
            <p:nvPr/>
          </p:nvSpPr>
          <p:spPr>
            <a:xfrm rot="2043858">
              <a:off x="5503813" y="460310"/>
              <a:ext cx="2369480" cy="236948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2"/>
            <p:cNvSpPr/>
            <p:nvPr/>
          </p:nvSpPr>
          <p:spPr>
            <a:xfrm>
              <a:off x="5399795" y="360281"/>
              <a:ext cx="2577000" cy="2577000"/>
            </a:xfrm>
            <a:prstGeom prst="pie">
              <a:avLst>
                <a:gd fmla="val 8801158"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2"/>
            <p:cNvSpPr/>
            <p:nvPr/>
          </p:nvSpPr>
          <p:spPr>
            <a:xfrm>
              <a:off x="5399795" y="356358"/>
              <a:ext cx="2577000" cy="2577000"/>
            </a:xfrm>
            <a:prstGeom prst="pie">
              <a:avLst>
                <a:gd fmla="val 12554101"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2"/>
            <p:cNvSpPr/>
            <p:nvPr/>
          </p:nvSpPr>
          <p:spPr>
            <a:xfrm rot="-9830444">
              <a:off x="6469759" y="3480727"/>
              <a:ext cx="320148" cy="320148"/>
            </a:xfrm>
            <a:prstGeom prst="pie">
              <a:avLst>
                <a:gd fmla="val 19376841"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2"/>
            <p:cNvSpPr/>
            <p:nvPr/>
          </p:nvSpPr>
          <p:spPr>
            <a:xfrm rot="2044777">
              <a:off x="5911449" y="867729"/>
              <a:ext cx="1554223" cy="1554223"/>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49" name="Shape 49"/>
        <p:cNvGrpSpPr/>
        <p:nvPr/>
      </p:nvGrpSpPr>
      <p:grpSpPr>
        <a:xfrm>
          <a:off x="0" y="0"/>
          <a:ext cx="0" cy="0"/>
          <a:chOff x="0" y="0"/>
          <a:chExt cx="0" cy="0"/>
        </a:xfrm>
      </p:grpSpPr>
      <p:grpSp>
        <p:nvGrpSpPr>
          <p:cNvPr id="50" name="Google Shape;50;p3"/>
          <p:cNvGrpSpPr/>
          <p:nvPr/>
        </p:nvGrpSpPr>
        <p:grpSpPr>
          <a:xfrm>
            <a:off x="146769" y="3406"/>
            <a:ext cx="1233215" cy="1384535"/>
            <a:chOff x="146769" y="3406"/>
            <a:chExt cx="1233215" cy="1384535"/>
          </a:xfrm>
        </p:grpSpPr>
        <p:grpSp>
          <p:nvGrpSpPr>
            <p:cNvPr id="51" name="Google Shape;51;p3"/>
            <p:cNvGrpSpPr/>
            <p:nvPr/>
          </p:nvGrpSpPr>
          <p:grpSpPr>
            <a:xfrm>
              <a:off x="1063183" y="3406"/>
              <a:ext cx="316800" cy="688513"/>
              <a:chOff x="1063183" y="3406"/>
              <a:chExt cx="316800" cy="688513"/>
            </a:xfrm>
          </p:grpSpPr>
          <p:sp>
            <p:nvSpPr>
              <p:cNvPr id="52" name="Google Shape;52;p3"/>
              <p:cNvSpPr/>
              <p:nvPr/>
            </p:nvSpPr>
            <p:spPr>
              <a:xfrm rot="10800000">
                <a:off x="1063183" y="3419"/>
                <a:ext cx="316800" cy="688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3"/>
              <p:cNvSpPr/>
              <p:nvPr/>
            </p:nvSpPr>
            <p:spPr>
              <a:xfrm rot="10800000">
                <a:off x="1063183" y="3406"/>
                <a:ext cx="316800" cy="340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4" name="Google Shape;54;p3"/>
            <p:cNvGrpSpPr/>
            <p:nvPr/>
          </p:nvGrpSpPr>
          <p:grpSpPr>
            <a:xfrm>
              <a:off x="604976" y="3406"/>
              <a:ext cx="316800" cy="1036524"/>
              <a:chOff x="604976" y="3406"/>
              <a:chExt cx="316800" cy="1036524"/>
            </a:xfrm>
          </p:grpSpPr>
          <p:sp>
            <p:nvSpPr>
              <p:cNvPr id="55" name="Google Shape;55;p3"/>
              <p:cNvSpPr/>
              <p:nvPr/>
            </p:nvSpPr>
            <p:spPr>
              <a:xfrm rot="10800000">
                <a:off x="604976" y="3419"/>
                <a:ext cx="316800" cy="688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3"/>
              <p:cNvSpPr/>
              <p:nvPr/>
            </p:nvSpPr>
            <p:spPr>
              <a:xfrm rot="10800000">
                <a:off x="604976" y="3430"/>
                <a:ext cx="316800" cy="1036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3"/>
              <p:cNvSpPr/>
              <p:nvPr/>
            </p:nvSpPr>
            <p:spPr>
              <a:xfrm rot="10800000">
                <a:off x="604976" y="3406"/>
                <a:ext cx="316800" cy="340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8" name="Google Shape;58;p3"/>
            <p:cNvGrpSpPr/>
            <p:nvPr/>
          </p:nvGrpSpPr>
          <p:grpSpPr>
            <a:xfrm>
              <a:off x="146769" y="3406"/>
              <a:ext cx="316800" cy="1384535"/>
              <a:chOff x="146769" y="3406"/>
              <a:chExt cx="316800" cy="1384535"/>
            </a:xfrm>
          </p:grpSpPr>
          <p:sp>
            <p:nvSpPr>
              <p:cNvPr id="59" name="Google Shape;59;p3"/>
              <p:cNvSpPr/>
              <p:nvPr/>
            </p:nvSpPr>
            <p:spPr>
              <a:xfrm rot="10800000">
                <a:off x="146769" y="3419"/>
                <a:ext cx="316800" cy="688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3"/>
              <p:cNvSpPr/>
              <p:nvPr/>
            </p:nvSpPr>
            <p:spPr>
              <a:xfrm rot="10800000">
                <a:off x="146769" y="3441"/>
                <a:ext cx="316800" cy="1384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3"/>
              <p:cNvSpPr/>
              <p:nvPr/>
            </p:nvSpPr>
            <p:spPr>
              <a:xfrm rot="10800000">
                <a:off x="146769" y="3430"/>
                <a:ext cx="316800" cy="1036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3"/>
              <p:cNvSpPr/>
              <p:nvPr/>
            </p:nvSpPr>
            <p:spPr>
              <a:xfrm rot="10800000">
                <a:off x="146769" y="3406"/>
                <a:ext cx="316800" cy="340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63" name="Google Shape;63;p3"/>
          <p:cNvGrpSpPr/>
          <p:nvPr/>
        </p:nvGrpSpPr>
        <p:grpSpPr>
          <a:xfrm>
            <a:off x="6775084" y="2904008"/>
            <a:ext cx="2186148" cy="2239500"/>
            <a:chOff x="6775084" y="2904008"/>
            <a:chExt cx="2186148" cy="2239500"/>
          </a:xfrm>
        </p:grpSpPr>
        <p:grpSp>
          <p:nvGrpSpPr>
            <p:cNvPr id="64" name="Google Shape;64;p3"/>
            <p:cNvGrpSpPr/>
            <p:nvPr/>
          </p:nvGrpSpPr>
          <p:grpSpPr>
            <a:xfrm>
              <a:off x="6775084" y="4253708"/>
              <a:ext cx="409500" cy="889800"/>
              <a:chOff x="6775084" y="4253708"/>
              <a:chExt cx="409500" cy="889800"/>
            </a:xfrm>
          </p:grpSpPr>
          <p:sp>
            <p:nvSpPr>
              <p:cNvPr id="65" name="Google Shape;65;p3"/>
              <p:cNvSpPr/>
              <p:nvPr/>
            </p:nvSpPr>
            <p:spPr>
              <a:xfrm>
                <a:off x="6775084"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3"/>
              <p:cNvSpPr/>
              <p:nvPr/>
            </p:nvSpPr>
            <p:spPr>
              <a:xfrm>
                <a:off x="6775084"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7" name="Google Shape;67;p3"/>
            <p:cNvGrpSpPr/>
            <p:nvPr/>
          </p:nvGrpSpPr>
          <p:grpSpPr>
            <a:xfrm>
              <a:off x="7367299" y="3804008"/>
              <a:ext cx="409500" cy="1339500"/>
              <a:chOff x="7367299" y="3804008"/>
              <a:chExt cx="409500" cy="1339500"/>
            </a:xfrm>
          </p:grpSpPr>
          <p:sp>
            <p:nvSpPr>
              <p:cNvPr id="68" name="Google Shape;68;p3"/>
              <p:cNvSpPr/>
              <p:nvPr/>
            </p:nvSpPr>
            <p:spPr>
              <a:xfrm>
                <a:off x="7367299"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3"/>
              <p:cNvSpPr/>
              <p:nvPr/>
            </p:nvSpPr>
            <p:spPr>
              <a:xfrm>
                <a:off x="7367299" y="3804008"/>
                <a:ext cx="409500" cy="13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3"/>
              <p:cNvSpPr/>
              <p:nvPr/>
            </p:nvSpPr>
            <p:spPr>
              <a:xfrm>
                <a:off x="7367299"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1" name="Google Shape;71;p3"/>
            <p:cNvGrpSpPr/>
            <p:nvPr/>
          </p:nvGrpSpPr>
          <p:grpSpPr>
            <a:xfrm>
              <a:off x="7959516" y="3354008"/>
              <a:ext cx="409500" cy="1789500"/>
              <a:chOff x="7959516" y="3354008"/>
              <a:chExt cx="409500" cy="1789500"/>
            </a:xfrm>
          </p:grpSpPr>
          <p:sp>
            <p:nvSpPr>
              <p:cNvPr id="72" name="Google Shape;72;p3"/>
              <p:cNvSpPr/>
              <p:nvPr/>
            </p:nvSpPr>
            <p:spPr>
              <a:xfrm>
                <a:off x="7959516"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3"/>
              <p:cNvSpPr/>
              <p:nvPr/>
            </p:nvSpPr>
            <p:spPr>
              <a:xfrm>
                <a:off x="7959516" y="3354008"/>
                <a:ext cx="409500" cy="178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3"/>
              <p:cNvSpPr/>
              <p:nvPr/>
            </p:nvSpPr>
            <p:spPr>
              <a:xfrm>
                <a:off x="7959516" y="3804008"/>
                <a:ext cx="409500" cy="13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3"/>
              <p:cNvSpPr/>
              <p:nvPr/>
            </p:nvSpPr>
            <p:spPr>
              <a:xfrm>
                <a:off x="7959516"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6" name="Google Shape;76;p3"/>
            <p:cNvGrpSpPr/>
            <p:nvPr/>
          </p:nvGrpSpPr>
          <p:grpSpPr>
            <a:xfrm>
              <a:off x="8551731" y="2904008"/>
              <a:ext cx="409500" cy="2239500"/>
              <a:chOff x="8551731" y="2904008"/>
              <a:chExt cx="409500" cy="2239500"/>
            </a:xfrm>
          </p:grpSpPr>
          <p:sp>
            <p:nvSpPr>
              <p:cNvPr id="77" name="Google Shape;77;p3"/>
              <p:cNvSpPr/>
              <p:nvPr/>
            </p:nvSpPr>
            <p:spPr>
              <a:xfrm>
                <a:off x="8551731"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3"/>
              <p:cNvSpPr/>
              <p:nvPr/>
            </p:nvSpPr>
            <p:spPr>
              <a:xfrm>
                <a:off x="8551731" y="3354008"/>
                <a:ext cx="409500" cy="178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3"/>
              <p:cNvSpPr/>
              <p:nvPr/>
            </p:nvSpPr>
            <p:spPr>
              <a:xfrm>
                <a:off x="8551731" y="3804008"/>
                <a:ext cx="409500" cy="13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3"/>
              <p:cNvSpPr/>
              <p:nvPr/>
            </p:nvSpPr>
            <p:spPr>
              <a:xfrm>
                <a:off x="8551731" y="2904008"/>
                <a:ext cx="409500" cy="22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3"/>
              <p:cNvSpPr/>
              <p:nvPr/>
            </p:nvSpPr>
            <p:spPr>
              <a:xfrm>
                <a:off x="8551731"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82" name="Google Shape;82;p3"/>
          <p:cNvSpPr txBox="1"/>
          <p:nvPr>
            <p:ph type="title"/>
          </p:nvPr>
        </p:nvSpPr>
        <p:spPr>
          <a:xfrm>
            <a:off x="824000" y="1613825"/>
            <a:ext cx="5857800" cy="1872900"/>
          </a:xfrm>
          <a:prstGeom prst="rect">
            <a:avLst/>
          </a:prstGeom>
        </p:spPr>
        <p:txBody>
          <a:bodyPr anchorCtr="0" anchor="ctr" bIns="91425" lIns="91425" spcFirstLastPara="1" rIns="91425" wrap="square" tIns="91425">
            <a:normAutofit/>
          </a:bodyPr>
          <a:lstStyle>
            <a:lvl1pPr lvl="0">
              <a:spcBef>
                <a:spcPts val="0"/>
              </a:spcBef>
              <a:spcAft>
                <a:spcPts val="0"/>
              </a:spcAft>
              <a:buClr>
                <a:srgbClr val="F3F3F3"/>
              </a:buClr>
              <a:buSzPts val="3600"/>
              <a:buNone/>
              <a:defRPr sz="3600">
                <a:solidFill>
                  <a:srgbClr val="F3F3F3"/>
                </a:solidFill>
              </a:defRPr>
            </a:lvl1pPr>
            <a:lvl2pPr lvl="1">
              <a:spcBef>
                <a:spcPts val="0"/>
              </a:spcBef>
              <a:spcAft>
                <a:spcPts val="0"/>
              </a:spcAft>
              <a:buClr>
                <a:srgbClr val="F3F3F3"/>
              </a:buClr>
              <a:buSzPts val="3600"/>
              <a:buNone/>
              <a:defRPr sz="3600">
                <a:solidFill>
                  <a:srgbClr val="F3F3F3"/>
                </a:solidFill>
              </a:defRPr>
            </a:lvl2pPr>
            <a:lvl3pPr lvl="2">
              <a:spcBef>
                <a:spcPts val="0"/>
              </a:spcBef>
              <a:spcAft>
                <a:spcPts val="0"/>
              </a:spcAft>
              <a:buClr>
                <a:srgbClr val="F3F3F3"/>
              </a:buClr>
              <a:buSzPts val="3600"/>
              <a:buNone/>
              <a:defRPr sz="3600">
                <a:solidFill>
                  <a:srgbClr val="F3F3F3"/>
                </a:solidFill>
              </a:defRPr>
            </a:lvl3pPr>
            <a:lvl4pPr lvl="3">
              <a:spcBef>
                <a:spcPts val="0"/>
              </a:spcBef>
              <a:spcAft>
                <a:spcPts val="0"/>
              </a:spcAft>
              <a:buClr>
                <a:srgbClr val="F3F3F3"/>
              </a:buClr>
              <a:buSzPts val="3600"/>
              <a:buNone/>
              <a:defRPr sz="3600">
                <a:solidFill>
                  <a:srgbClr val="F3F3F3"/>
                </a:solidFill>
              </a:defRPr>
            </a:lvl4pPr>
            <a:lvl5pPr lvl="4">
              <a:spcBef>
                <a:spcPts val="0"/>
              </a:spcBef>
              <a:spcAft>
                <a:spcPts val="0"/>
              </a:spcAft>
              <a:buClr>
                <a:srgbClr val="F3F3F3"/>
              </a:buClr>
              <a:buSzPts val="3600"/>
              <a:buNone/>
              <a:defRPr sz="3600">
                <a:solidFill>
                  <a:srgbClr val="F3F3F3"/>
                </a:solidFill>
              </a:defRPr>
            </a:lvl5pPr>
            <a:lvl6pPr lvl="5">
              <a:spcBef>
                <a:spcPts val="0"/>
              </a:spcBef>
              <a:spcAft>
                <a:spcPts val="0"/>
              </a:spcAft>
              <a:buClr>
                <a:srgbClr val="F3F3F3"/>
              </a:buClr>
              <a:buSzPts val="3600"/>
              <a:buNone/>
              <a:defRPr sz="3600">
                <a:solidFill>
                  <a:srgbClr val="F3F3F3"/>
                </a:solidFill>
              </a:defRPr>
            </a:lvl6pPr>
            <a:lvl7pPr lvl="6">
              <a:spcBef>
                <a:spcPts val="0"/>
              </a:spcBef>
              <a:spcAft>
                <a:spcPts val="0"/>
              </a:spcAft>
              <a:buClr>
                <a:srgbClr val="F3F3F3"/>
              </a:buClr>
              <a:buSzPts val="3600"/>
              <a:buNone/>
              <a:defRPr sz="3600">
                <a:solidFill>
                  <a:srgbClr val="F3F3F3"/>
                </a:solidFill>
              </a:defRPr>
            </a:lvl7pPr>
            <a:lvl8pPr lvl="7">
              <a:spcBef>
                <a:spcPts val="0"/>
              </a:spcBef>
              <a:spcAft>
                <a:spcPts val="0"/>
              </a:spcAft>
              <a:buClr>
                <a:srgbClr val="F3F3F3"/>
              </a:buClr>
              <a:buSzPts val="3600"/>
              <a:buNone/>
              <a:defRPr sz="3600">
                <a:solidFill>
                  <a:srgbClr val="F3F3F3"/>
                </a:solidFill>
              </a:defRPr>
            </a:lvl8pPr>
            <a:lvl9pPr lvl="8">
              <a:spcBef>
                <a:spcPts val="0"/>
              </a:spcBef>
              <a:spcAft>
                <a:spcPts val="0"/>
              </a:spcAft>
              <a:buClr>
                <a:srgbClr val="F3F3F3"/>
              </a:buClr>
              <a:buSzPts val="3600"/>
              <a:buNone/>
              <a:defRPr sz="3600">
                <a:solidFill>
                  <a:srgbClr val="F3F3F3"/>
                </a:solidFill>
              </a:defRPr>
            </a:lvl9pPr>
          </a:lstStyle>
          <a:p/>
        </p:txBody>
      </p:sp>
      <p:sp>
        <p:nvSpPr>
          <p:cNvPr id="83" name="Google Shape;83;p3"/>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84" name="Shape 84"/>
        <p:cNvGrpSpPr/>
        <p:nvPr/>
      </p:nvGrpSpPr>
      <p:grpSpPr>
        <a:xfrm>
          <a:off x="0" y="0"/>
          <a:ext cx="0" cy="0"/>
          <a:chOff x="0" y="0"/>
          <a:chExt cx="0" cy="0"/>
        </a:xfrm>
      </p:grpSpPr>
      <p:grpSp>
        <p:nvGrpSpPr>
          <p:cNvPr id="85" name="Google Shape;85;p4"/>
          <p:cNvGrpSpPr/>
          <p:nvPr/>
        </p:nvGrpSpPr>
        <p:grpSpPr>
          <a:xfrm>
            <a:off x="625966" y="299376"/>
            <a:ext cx="999312" cy="999312"/>
            <a:chOff x="348199" y="179450"/>
            <a:chExt cx="1116300" cy="1116300"/>
          </a:xfrm>
        </p:grpSpPr>
        <p:sp>
          <p:nvSpPr>
            <p:cNvPr id="86" name="Google Shape;86;p4"/>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4"/>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8" name="Google Shape;88;p4"/>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89" name="Google Shape;89;p4"/>
          <p:cNvSpPr txBox="1"/>
          <p:nvPr>
            <p:ph idx="1" type="body"/>
          </p:nvPr>
        </p:nvSpPr>
        <p:spPr>
          <a:xfrm>
            <a:off x="1303800" y="1990050"/>
            <a:ext cx="7030500" cy="25416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90" name="Google Shape;90;p4"/>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91" name="Shape 91"/>
        <p:cNvGrpSpPr/>
        <p:nvPr/>
      </p:nvGrpSpPr>
      <p:grpSpPr>
        <a:xfrm>
          <a:off x="0" y="0"/>
          <a:ext cx="0" cy="0"/>
          <a:chOff x="0" y="0"/>
          <a:chExt cx="0" cy="0"/>
        </a:xfrm>
      </p:grpSpPr>
      <p:grpSp>
        <p:nvGrpSpPr>
          <p:cNvPr id="92" name="Google Shape;92;p5"/>
          <p:cNvGrpSpPr/>
          <p:nvPr/>
        </p:nvGrpSpPr>
        <p:grpSpPr>
          <a:xfrm>
            <a:off x="625966" y="299376"/>
            <a:ext cx="999312" cy="999312"/>
            <a:chOff x="348199" y="179450"/>
            <a:chExt cx="1116300" cy="1116300"/>
          </a:xfrm>
        </p:grpSpPr>
        <p:sp>
          <p:nvSpPr>
            <p:cNvPr id="93" name="Google Shape;93;p5"/>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5"/>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5" name="Google Shape;95;p5"/>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6" name="Google Shape;96;p5"/>
          <p:cNvSpPr txBox="1"/>
          <p:nvPr>
            <p:ph idx="1" type="body"/>
          </p:nvPr>
        </p:nvSpPr>
        <p:spPr>
          <a:xfrm>
            <a:off x="1303800" y="1990050"/>
            <a:ext cx="3430500" cy="2541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7" name="Google Shape;97;p5"/>
          <p:cNvSpPr txBox="1"/>
          <p:nvPr>
            <p:ph idx="2" type="body"/>
          </p:nvPr>
        </p:nvSpPr>
        <p:spPr>
          <a:xfrm>
            <a:off x="4903650" y="1990050"/>
            <a:ext cx="3430500" cy="2541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8" name="Google Shape;98;p5"/>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9" name="Shape 99"/>
        <p:cNvGrpSpPr/>
        <p:nvPr/>
      </p:nvGrpSpPr>
      <p:grpSpPr>
        <a:xfrm>
          <a:off x="0" y="0"/>
          <a:ext cx="0" cy="0"/>
          <a:chOff x="0" y="0"/>
          <a:chExt cx="0" cy="0"/>
        </a:xfrm>
      </p:grpSpPr>
      <p:grpSp>
        <p:nvGrpSpPr>
          <p:cNvPr id="100" name="Google Shape;100;p6"/>
          <p:cNvGrpSpPr/>
          <p:nvPr/>
        </p:nvGrpSpPr>
        <p:grpSpPr>
          <a:xfrm>
            <a:off x="625966" y="299376"/>
            <a:ext cx="999312" cy="999312"/>
            <a:chOff x="348199" y="179450"/>
            <a:chExt cx="1116300" cy="1116300"/>
          </a:xfrm>
        </p:grpSpPr>
        <p:sp>
          <p:nvSpPr>
            <p:cNvPr id="101" name="Google Shape;101;p6"/>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6"/>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3" name="Google Shape;103;p6"/>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04" name="Google Shape;104;p6"/>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05" name="Shape 105"/>
        <p:cNvGrpSpPr/>
        <p:nvPr/>
      </p:nvGrpSpPr>
      <p:grpSpPr>
        <a:xfrm>
          <a:off x="0" y="0"/>
          <a:ext cx="0" cy="0"/>
          <a:chOff x="0" y="0"/>
          <a:chExt cx="0" cy="0"/>
        </a:xfrm>
      </p:grpSpPr>
      <p:grpSp>
        <p:nvGrpSpPr>
          <p:cNvPr id="106" name="Google Shape;106;p7"/>
          <p:cNvGrpSpPr/>
          <p:nvPr/>
        </p:nvGrpSpPr>
        <p:grpSpPr>
          <a:xfrm>
            <a:off x="625966" y="299376"/>
            <a:ext cx="999312" cy="999312"/>
            <a:chOff x="348199" y="179450"/>
            <a:chExt cx="1116300" cy="1116300"/>
          </a:xfrm>
        </p:grpSpPr>
        <p:sp>
          <p:nvSpPr>
            <p:cNvPr id="107" name="Google Shape;107;p7"/>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7"/>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9" name="Google Shape;109;p7"/>
          <p:cNvSpPr txBox="1"/>
          <p:nvPr>
            <p:ph type="title"/>
          </p:nvPr>
        </p:nvSpPr>
        <p:spPr>
          <a:xfrm>
            <a:off x="1303800" y="598575"/>
            <a:ext cx="3312000" cy="15900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10" name="Google Shape;110;p7"/>
          <p:cNvSpPr txBox="1"/>
          <p:nvPr>
            <p:ph idx="1" type="body"/>
          </p:nvPr>
        </p:nvSpPr>
        <p:spPr>
          <a:xfrm>
            <a:off x="1303800" y="2309675"/>
            <a:ext cx="3312000" cy="22218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11" name="Google Shape;111;p7"/>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dk1"/>
        </a:solidFill>
      </p:bgPr>
    </p:bg>
    <p:spTree>
      <p:nvGrpSpPr>
        <p:cNvPr id="112" name="Shape 112"/>
        <p:cNvGrpSpPr/>
        <p:nvPr/>
      </p:nvGrpSpPr>
      <p:grpSpPr>
        <a:xfrm>
          <a:off x="0" y="0"/>
          <a:ext cx="0" cy="0"/>
          <a:chOff x="0" y="0"/>
          <a:chExt cx="0" cy="0"/>
        </a:xfrm>
      </p:grpSpPr>
      <p:grpSp>
        <p:nvGrpSpPr>
          <p:cNvPr id="113" name="Google Shape;113;p8"/>
          <p:cNvGrpSpPr/>
          <p:nvPr/>
        </p:nvGrpSpPr>
        <p:grpSpPr>
          <a:xfrm>
            <a:off x="6866714" y="1306"/>
            <a:ext cx="2267451" cy="2601690"/>
            <a:chOff x="6790514" y="1306"/>
            <a:chExt cx="2267451" cy="2601690"/>
          </a:xfrm>
        </p:grpSpPr>
        <p:grpSp>
          <p:nvGrpSpPr>
            <p:cNvPr id="114" name="Google Shape;114;p8"/>
            <p:cNvGrpSpPr/>
            <p:nvPr/>
          </p:nvGrpSpPr>
          <p:grpSpPr>
            <a:xfrm>
              <a:off x="7067465" y="1306"/>
              <a:ext cx="1990500" cy="1990200"/>
              <a:chOff x="7067465" y="1306"/>
              <a:chExt cx="1990500" cy="1990200"/>
            </a:xfrm>
          </p:grpSpPr>
          <p:sp>
            <p:nvSpPr>
              <p:cNvPr id="115" name="Google Shape;115;p8"/>
              <p:cNvSpPr/>
              <p:nvPr/>
            </p:nvSpPr>
            <p:spPr>
              <a:xfrm rot="-8648551">
                <a:off x="7594313" y="527721"/>
                <a:ext cx="937226" cy="937226"/>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8"/>
              <p:cNvSpPr/>
              <p:nvPr/>
            </p:nvSpPr>
            <p:spPr>
              <a:xfrm rot="-8648551">
                <a:off x="7594313" y="527721"/>
                <a:ext cx="937226" cy="937226"/>
              </a:xfrm>
              <a:prstGeom prst="pie">
                <a:avLst>
                  <a:gd fmla="val 19376841" name="adj1"/>
                  <a:gd fmla="val 12313574"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8"/>
              <p:cNvSpPr/>
              <p:nvPr/>
            </p:nvSpPr>
            <p:spPr>
              <a:xfrm rot="-8649154">
                <a:off x="7349891" y="283705"/>
                <a:ext cx="1425647" cy="1425404"/>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8" name="Google Shape;118;p8"/>
            <p:cNvGrpSpPr/>
            <p:nvPr/>
          </p:nvGrpSpPr>
          <p:grpSpPr>
            <a:xfrm>
              <a:off x="8207126" y="1807996"/>
              <a:ext cx="795000" cy="795000"/>
              <a:chOff x="8207126" y="1807996"/>
              <a:chExt cx="795000" cy="795000"/>
            </a:xfrm>
          </p:grpSpPr>
          <p:sp>
            <p:nvSpPr>
              <p:cNvPr id="119" name="Google Shape;119;p8"/>
              <p:cNvSpPr/>
              <p:nvPr/>
            </p:nvSpPr>
            <p:spPr>
              <a:xfrm rot="2152054">
                <a:off x="8319942" y="1920813"/>
                <a:ext cx="569367" cy="569367"/>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8"/>
              <p:cNvSpPr/>
              <p:nvPr/>
            </p:nvSpPr>
            <p:spPr>
              <a:xfrm rot="2150259">
                <a:off x="8408218" y="2008610"/>
                <a:ext cx="393004" cy="393004"/>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8"/>
              <p:cNvSpPr/>
              <p:nvPr/>
            </p:nvSpPr>
            <p:spPr>
              <a:xfrm rot="2150259">
                <a:off x="8408218" y="2008610"/>
                <a:ext cx="393004" cy="393004"/>
              </a:xfrm>
              <a:prstGeom prst="pie">
                <a:avLst>
                  <a:gd fmla="val 5699893" name="adj1"/>
                  <a:gd fmla="val 12313574"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2" name="Google Shape;122;p8"/>
            <p:cNvGrpSpPr/>
            <p:nvPr/>
          </p:nvGrpSpPr>
          <p:grpSpPr>
            <a:xfrm>
              <a:off x="6790514" y="118857"/>
              <a:ext cx="548700" cy="548700"/>
              <a:chOff x="6790514" y="118857"/>
              <a:chExt cx="548700" cy="548700"/>
            </a:xfrm>
          </p:grpSpPr>
          <p:sp>
            <p:nvSpPr>
              <p:cNvPr id="123" name="Google Shape;123;p8"/>
              <p:cNvSpPr/>
              <p:nvPr/>
            </p:nvSpPr>
            <p:spPr>
              <a:xfrm rot="2150259">
                <a:off x="6868362" y="196705"/>
                <a:ext cx="393004" cy="393004"/>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8"/>
              <p:cNvSpPr/>
              <p:nvPr/>
            </p:nvSpPr>
            <p:spPr>
              <a:xfrm rot="2150259">
                <a:off x="6868362" y="196705"/>
                <a:ext cx="393004" cy="393004"/>
              </a:xfrm>
              <a:prstGeom prst="pie">
                <a:avLst>
                  <a:gd fmla="val 5699893" name="adj1"/>
                  <a:gd fmla="val 12313574"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25" name="Google Shape;125;p8"/>
          <p:cNvSpPr txBox="1"/>
          <p:nvPr>
            <p:ph type="title"/>
          </p:nvPr>
        </p:nvSpPr>
        <p:spPr>
          <a:xfrm>
            <a:off x="824000" y="763600"/>
            <a:ext cx="5857800" cy="3573300"/>
          </a:xfrm>
          <a:prstGeom prst="rect">
            <a:avLst/>
          </a:prstGeom>
        </p:spPr>
        <p:txBody>
          <a:bodyPr anchorCtr="0" anchor="ctr" bIns="91425" lIns="91425" spcFirstLastPara="1" rIns="91425" wrap="square" tIns="91425">
            <a:normAutofit/>
          </a:bodyPr>
          <a:lstStyle>
            <a:lvl1pPr lvl="0">
              <a:spcBef>
                <a:spcPts val="0"/>
              </a:spcBef>
              <a:spcAft>
                <a:spcPts val="0"/>
              </a:spcAft>
              <a:buClr>
                <a:srgbClr val="EFEFEF"/>
              </a:buClr>
              <a:buSzPts val="3600"/>
              <a:buNone/>
              <a:defRPr sz="3600">
                <a:solidFill>
                  <a:srgbClr val="EFEFEF"/>
                </a:solidFill>
              </a:defRPr>
            </a:lvl1pPr>
            <a:lvl2pPr lvl="1">
              <a:spcBef>
                <a:spcPts val="0"/>
              </a:spcBef>
              <a:spcAft>
                <a:spcPts val="0"/>
              </a:spcAft>
              <a:buClr>
                <a:srgbClr val="EFEFEF"/>
              </a:buClr>
              <a:buSzPts val="3600"/>
              <a:buNone/>
              <a:defRPr sz="3600">
                <a:solidFill>
                  <a:srgbClr val="EFEFEF"/>
                </a:solidFill>
              </a:defRPr>
            </a:lvl2pPr>
            <a:lvl3pPr lvl="2">
              <a:spcBef>
                <a:spcPts val="0"/>
              </a:spcBef>
              <a:spcAft>
                <a:spcPts val="0"/>
              </a:spcAft>
              <a:buClr>
                <a:srgbClr val="EFEFEF"/>
              </a:buClr>
              <a:buSzPts val="3600"/>
              <a:buNone/>
              <a:defRPr sz="3600">
                <a:solidFill>
                  <a:srgbClr val="EFEFEF"/>
                </a:solidFill>
              </a:defRPr>
            </a:lvl3pPr>
            <a:lvl4pPr lvl="3">
              <a:spcBef>
                <a:spcPts val="0"/>
              </a:spcBef>
              <a:spcAft>
                <a:spcPts val="0"/>
              </a:spcAft>
              <a:buClr>
                <a:srgbClr val="EFEFEF"/>
              </a:buClr>
              <a:buSzPts val="3600"/>
              <a:buNone/>
              <a:defRPr sz="3600">
                <a:solidFill>
                  <a:srgbClr val="EFEFEF"/>
                </a:solidFill>
              </a:defRPr>
            </a:lvl4pPr>
            <a:lvl5pPr lvl="4">
              <a:spcBef>
                <a:spcPts val="0"/>
              </a:spcBef>
              <a:spcAft>
                <a:spcPts val="0"/>
              </a:spcAft>
              <a:buClr>
                <a:srgbClr val="EFEFEF"/>
              </a:buClr>
              <a:buSzPts val="3600"/>
              <a:buNone/>
              <a:defRPr sz="3600">
                <a:solidFill>
                  <a:srgbClr val="EFEFEF"/>
                </a:solidFill>
              </a:defRPr>
            </a:lvl5pPr>
            <a:lvl6pPr lvl="5">
              <a:spcBef>
                <a:spcPts val="0"/>
              </a:spcBef>
              <a:spcAft>
                <a:spcPts val="0"/>
              </a:spcAft>
              <a:buClr>
                <a:srgbClr val="EFEFEF"/>
              </a:buClr>
              <a:buSzPts val="3600"/>
              <a:buNone/>
              <a:defRPr sz="3600">
                <a:solidFill>
                  <a:srgbClr val="EFEFEF"/>
                </a:solidFill>
              </a:defRPr>
            </a:lvl6pPr>
            <a:lvl7pPr lvl="6">
              <a:spcBef>
                <a:spcPts val="0"/>
              </a:spcBef>
              <a:spcAft>
                <a:spcPts val="0"/>
              </a:spcAft>
              <a:buClr>
                <a:srgbClr val="EFEFEF"/>
              </a:buClr>
              <a:buSzPts val="3600"/>
              <a:buNone/>
              <a:defRPr sz="3600">
                <a:solidFill>
                  <a:srgbClr val="EFEFEF"/>
                </a:solidFill>
              </a:defRPr>
            </a:lvl7pPr>
            <a:lvl8pPr lvl="7">
              <a:spcBef>
                <a:spcPts val="0"/>
              </a:spcBef>
              <a:spcAft>
                <a:spcPts val="0"/>
              </a:spcAft>
              <a:buClr>
                <a:srgbClr val="EFEFEF"/>
              </a:buClr>
              <a:buSzPts val="3600"/>
              <a:buNone/>
              <a:defRPr sz="3600">
                <a:solidFill>
                  <a:srgbClr val="EFEFEF"/>
                </a:solidFill>
              </a:defRPr>
            </a:lvl8pPr>
            <a:lvl9pPr lvl="8">
              <a:spcBef>
                <a:spcPts val="0"/>
              </a:spcBef>
              <a:spcAft>
                <a:spcPts val="0"/>
              </a:spcAft>
              <a:buClr>
                <a:srgbClr val="EFEFEF"/>
              </a:buClr>
              <a:buSzPts val="3600"/>
              <a:buNone/>
              <a:defRPr sz="3600">
                <a:solidFill>
                  <a:srgbClr val="EFEFEF"/>
                </a:solidFill>
              </a:defRPr>
            </a:lvl9pPr>
          </a:lstStyle>
          <a:p/>
        </p:txBody>
      </p:sp>
      <p:sp>
        <p:nvSpPr>
          <p:cNvPr id="126" name="Google Shape;126;p8"/>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27" name="Shape 127"/>
        <p:cNvGrpSpPr/>
        <p:nvPr/>
      </p:nvGrpSpPr>
      <p:grpSpPr>
        <a:xfrm>
          <a:off x="0" y="0"/>
          <a:ext cx="0" cy="0"/>
          <a:chOff x="0" y="0"/>
          <a:chExt cx="0" cy="0"/>
        </a:xfrm>
      </p:grpSpPr>
      <p:grpSp>
        <p:nvGrpSpPr>
          <p:cNvPr id="128" name="Google Shape;128;p9"/>
          <p:cNvGrpSpPr/>
          <p:nvPr/>
        </p:nvGrpSpPr>
        <p:grpSpPr>
          <a:xfrm>
            <a:off x="625966" y="299376"/>
            <a:ext cx="999312" cy="999312"/>
            <a:chOff x="348199" y="179450"/>
            <a:chExt cx="1116300" cy="1116300"/>
          </a:xfrm>
        </p:grpSpPr>
        <p:sp>
          <p:nvSpPr>
            <p:cNvPr id="129" name="Google Shape;129;p9"/>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9"/>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1" name="Google Shape;131;p9"/>
          <p:cNvSpPr txBox="1"/>
          <p:nvPr>
            <p:ph type="title"/>
          </p:nvPr>
        </p:nvSpPr>
        <p:spPr>
          <a:xfrm>
            <a:off x="1303800" y="598575"/>
            <a:ext cx="3430500" cy="19902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32" name="Google Shape;132;p9"/>
          <p:cNvSpPr txBox="1"/>
          <p:nvPr>
            <p:ph idx="1" type="subTitle"/>
          </p:nvPr>
        </p:nvSpPr>
        <p:spPr>
          <a:xfrm>
            <a:off x="1303800" y="2743203"/>
            <a:ext cx="3430500" cy="7260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33" name="Google Shape;133;p9"/>
          <p:cNvSpPr txBox="1"/>
          <p:nvPr>
            <p:ph idx="2" type="body"/>
          </p:nvPr>
        </p:nvSpPr>
        <p:spPr>
          <a:xfrm>
            <a:off x="4903700" y="661000"/>
            <a:ext cx="3430500" cy="38706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34" name="Google Shape;134;p9"/>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35" name="Shape 135"/>
        <p:cNvGrpSpPr/>
        <p:nvPr/>
      </p:nvGrpSpPr>
      <p:grpSpPr>
        <a:xfrm>
          <a:off x="0" y="0"/>
          <a:ext cx="0" cy="0"/>
          <a:chOff x="0" y="0"/>
          <a:chExt cx="0" cy="0"/>
        </a:xfrm>
      </p:grpSpPr>
      <p:grpSp>
        <p:nvGrpSpPr>
          <p:cNvPr id="136" name="Google Shape;136;p10"/>
          <p:cNvGrpSpPr/>
          <p:nvPr/>
        </p:nvGrpSpPr>
        <p:grpSpPr>
          <a:xfrm>
            <a:off x="713373" y="3847119"/>
            <a:ext cx="825392" cy="825392"/>
            <a:chOff x="348199" y="179450"/>
            <a:chExt cx="1116300" cy="1116300"/>
          </a:xfrm>
        </p:grpSpPr>
        <p:sp>
          <p:nvSpPr>
            <p:cNvPr id="137" name="Google Shape;137;p10"/>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10"/>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9" name="Google Shape;139;p10"/>
          <p:cNvSpPr txBox="1"/>
          <p:nvPr>
            <p:ph idx="1" type="body"/>
          </p:nvPr>
        </p:nvSpPr>
        <p:spPr>
          <a:xfrm>
            <a:off x="1303800" y="4138975"/>
            <a:ext cx="5843100" cy="534900"/>
          </a:xfrm>
          <a:prstGeom prst="rect">
            <a:avLst/>
          </a:prstGeom>
        </p:spPr>
        <p:txBody>
          <a:bodyPr anchorCtr="0" anchor="t"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140" name="Google Shape;140;p10"/>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accent3"/>
        </a:solidFill>
      </p:bgPr>
    </p:bg>
    <p:spTree>
      <p:nvGrpSpPr>
        <p:cNvPr id="141" name="Shape 141"/>
        <p:cNvGrpSpPr/>
        <p:nvPr/>
      </p:nvGrpSpPr>
      <p:grpSpPr>
        <a:xfrm>
          <a:off x="0" y="0"/>
          <a:ext cx="0" cy="0"/>
          <a:chOff x="0" y="0"/>
          <a:chExt cx="0" cy="0"/>
        </a:xfrm>
      </p:grpSpPr>
      <p:grpSp>
        <p:nvGrpSpPr>
          <p:cNvPr id="142" name="Google Shape;142;p11"/>
          <p:cNvGrpSpPr/>
          <p:nvPr/>
        </p:nvGrpSpPr>
        <p:grpSpPr>
          <a:xfrm>
            <a:off x="52" y="4099200"/>
            <a:ext cx="9144036" cy="1044300"/>
            <a:chOff x="52" y="4099200"/>
            <a:chExt cx="9144036" cy="1044300"/>
          </a:xfrm>
        </p:grpSpPr>
        <p:grpSp>
          <p:nvGrpSpPr>
            <p:cNvPr id="143" name="Google Shape;143;p11"/>
            <p:cNvGrpSpPr/>
            <p:nvPr/>
          </p:nvGrpSpPr>
          <p:grpSpPr>
            <a:xfrm>
              <a:off x="52" y="4309200"/>
              <a:ext cx="231622" cy="834300"/>
              <a:chOff x="2688737" y="4301380"/>
              <a:chExt cx="231900" cy="834300"/>
            </a:xfrm>
          </p:grpSpPr>
          <p:sp>
            <p:nvSpPr>
              <p:cNvPr id="144" name="Google Shape;144;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11"/>
              <p:cNvSpPr/>
              <p:nvPr/>
            </p:nvSpPr>
            <p:spPr>
              <a:xfrm flipH="1">
                <a:off x="2688737" y="4301380"/>
                <a:ext cx="2319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8" name="Google Shape;148;p11"/>
            <p:cNvGrpSpPr/>
            <p:nvPr/>
          </p:nvGrpSpPr>
          <p:grpSpPr>
            <a:xfrm>
              <a:off x="371406" y="4099200"/>
              <a:ext cx="231622" cy="1044300"/>
              <a:chOff x="2688737" y="4091380"/>
              <a:chExt cx="231900" cy="1044300"/>
            </a:xfrm>
          </p:grpSpPr>
          <p:sp>
            <p:nvSpPr>
              <p:cNvPr id="149" name="Google Shape;149;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11"/>
              <p:cNvSpPr/>
              <p:nvPr/>
            </p:nvSpPr>
            <p:spPr>
              <a:xfrm flipH="1">
                <a:off x="2688737" y="4301380"/>
                <a:ext cx="2319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11"/>
              <p:cNvSpPr/>
              <p:nvPr/>
            </p:nvSpPr>
            <p:spPr>
              <a:xfrm flipH="1">
                <a:off x="2688737" y="4091380"/>
                <a:ext cx="2319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4" name="Google Shape;154;p11"/>
            <p:cNvGrpSpPr/>
            <p:nvPr/>
          </p:nvGrpSpPr>
          <p:grpSpPr>
            <a:xfrm>
              <a:off x="742761" y="4309200"/>
              <a:ext cx="231622" cy="834300"/>
              <a:chOff x="2688737" y="4301380"/>
              <a:chExt cx="231900" cy="834300"/>
            </a:xfrm>
          </p:grpSpPr>
          <p:sp>
            <p:nvSpPr>
              <p:cNvPr id="155" name="Google Shape;155;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11"/>
              <p:cNvSpPr/>
              <p:nvPr/>
            </p:nvSpPr>
            <p:spPr>
              <a:xfrm flipH="1">
                <a:off x="2688737" y="4301380"/>
                <a:ext cx="2319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9" name="Google Shape;159;p11"/>
            <p:cNvGrpSpPr/>
            <p:nvPr/>
          </p:nvGrpSpPr>
          <p:grpSpPr>
            <a:xfrm>
              <a:off x="1114115" y="4518900"/>
              <a:ext cx="231622" cy="624600"/>
              <a:chOff x="2688737" y="4511080"/>
              <a:chExt cx="231900" cy="624600"/>
            </a:xfrm>
          </p:grpSpPr>
          <p:sp>
            <p:nvSpPr>
              <p:cNvPr id="160" name="Google Shape;160;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3" name="Google Shape;163;p11"/>
            <p:cNvGrpSpPr/>
            <p:nvPr/>
          </p:nvGrpSpPr>
          <p:grpSpPr>
            <a:xfrm>
              <a:off x="1856753" y="4099200"/>
              <a:ext cx="231600" cy="1044300"/>
              <a:chOff x="1856753" y="4099200"/>
              <a:chExt cx="231600" cy="1044300"/>
            </a:xfrm>
          </p:grpSpPr>
          <p:sp>
            <p:nvSpPr>
              <p:cNvPr id="164" name="Google Shape;164;p11"/>
              <p:cNvSpPr/>
              <p:nvPr/>
            </p:nvSpPr>
            <p:spPr>
              <a:xfrm flipH="1">
                <a:off x="1856753"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11"/>
              <p:cNvSpPr/>
              <p:nvPr/>
            </p:nvSpPr>
            <p:spPr>
              <a:xfrm flipH="1">
                <a:off x="1856753"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11"/>
              <p:cNvSpPr/>
              <p:nvPr/>
            </p:nvSpPr>
            <p:spPr>
              <a:xfrm flipH="1">
                <a:off x="1856753"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11"/>
              <p:cNvSpPr/>
              <p:nvPr/>
            </p:nvSpPr>
            <p:spPr>
              <a:xfrm flipH="1">
                <a:off x="1856753"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11"/>
              <p:cNvSpPr/>
              <p:nvPr/>
            </p:nvSpPr>
            <p:spPr>
              <a:xfrm flipH="1">
                <a:off x="1856753"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9" name="Google Shape;169;p11"/>
            <p:cNvGrpSpPr/>
            <p:nvPr/>
          </p:nvGrpSpPr>
          <p:grpSpPr>
            <a:xfrm>
              <a:off x="2228107" y="4309200"/>
              <a:ext cx="231600" cy="834300"/>
              <a:chOff x="2228107" y="4309200"/>
              <a:chExt cx="231600" cy="834300"/>
            </a:xfrm>
          </p:grpSpPr>
          <p:sp>
            <p:nvSpPr>
              <p:cNvPr id="170" name="Google Shape;170;p11"/>
              <p:cNvSpPr/>
              <p:nvPr/>
            </p:nvSpPr>
            <p:spPr>
              <a:xfrm flipH="1">
                <a:off x="2228107"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11"/>
              <p:cNvSpPr/>
              <p:nvPr/>
            </p:nvSpPr>
            <p:spPr>
              <a:xfrm flipH="1">
                <a:off x="2228107"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11"/>
              <p:cNvSpPr/>
              <p:nvPr/>
            </p:nvSpPr>
            <p:spPr>
              <a:xfrm flipH="1">
                <a:off x="2228107"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11"/>
              <p:cNvSpPr/>
              <p:nvPr/>
            </p:nvSpPr>
            <p:spPr>
              <a:xfrm flipH="1">
                <a:off x="2228107"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4" name="Google Shape;174;p11"/>
            <p:cNvGrpSpPr/>
            <p:nvPr/>
          </p:nvGrpSpPr>
          <p:grpSpPr>
            <a:xfrm>
              <a:off x="2599462" y="4518900"/>
              <a:ext cx="231600" cy="624600"/>
              <a:chOff x="2599462" y="4518900"/>
              <a:chExt cx="231600" cy="624600"/>
            </a:xfrm>
          </p:grpSpPr>
          <p:sp>
            <p:nvSpPr>
              <p:cNvPr id="175" name="Google Shape;175;p11"/>
              <p:cNvSpPr/>
              <p:nvPr/>
            </p:nvSpPr>
            <p:spPr>
              <a:xfrm flipH="1">
                <a:off x="2599462"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11"/>
              <p:cNvSpPr/>
              <p:nvPr/>
            </p:nvSpPr>
            <p:spPr>
              <a:xfrm flipH="1">
                <a:off x="2599462"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11"/>
              <p:cNvSpPr/>
              <p:nvPr/>
            </p:nvSpPr>
            <p:spPr>
              <a:xfrm flipH="1">
                <a:off x="2599462"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8" name="Google Shape;178;p11"/>
            <p:cNvGrpSpPr/>
            <p:nvPr/>
          </p:nvGrpSpPr>
          <p:grpSpPr>
            <a:xfrm>
              <a:off x="3342171" y="4099200"/>
              <a:ext cx="231600" cy="1044300"/>
              <a:chOff x="3342171" y="4099200"/>
              <a:chExt cx="231600" cy="1044300"/>
            </a:xfrm>
          </p:grpSpPr>
          <p:sp>
            <p:nvSpPr>
              <p:cNvPr id="179" name="Google Shape;179;p11"/>
              <p:cNvSpPr/>
              <p:nvPr/>
            </p:nvSpPr>
            <p:spPr>
              <a:xfrm flipH="1">
                <a:off x="3342171"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11"/>
              <p:cNvSpPr/>
              <p:nvPr/>
            </p:nvSpPr>
            <p:spPr>
              <a:xfrm flipH="1">
                <a:off x="3342171"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11"/>
              <p:cNvSpPr/>
              <p:nvPr/>
            </p:nvSpPr>
            <p:spPr>
              <a:xfrm flipH="1">
                <a:off x="3342171"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11"/>
              <p:cNvSpPr/>
              <p:nvPr/>
            </p:nvSpPr>
            <p:spPr>
              <a:xfrm flipH="1">
                <a:off x="3342171"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11"/>
              <p:cNvSpPr/>
              <p:nvPr/>
            </p:nvSpPr>
            <p:spPr>
              <a:xfrm flipH="1">
                <a:off x="3342171"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4" name="Google Shape;184;p11"/>
            <p:cNvGrpSpPr/>
            <p:nvPr/>
          </p:nvGrpSpPr>
          <p:grpSpPr>
            <a:xfrm>
              <a:off x="3713525" y="4309200"/>
              <a:ext cx="231600" cy="834300"/>
              <a:chOff x="3713525" y="4309200"/>
              <a:chExt cx="231600" cy="834300"/>
            </a:xfrm>
          </p:grpSpPr>
          <p:sp>
            <p:nvSpPr>
              <p:cNvPr id="185" name="Google Shape;185;p11"/>
              <p:cNvSpPr/>
              <p:nvPr/>
            </p:nvSpPr>
            <p:spPr>
              <a:xfrm flipH="1">
                <a:off x="3713525"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11"/>
              <p:cNvSpPr/>
              <p:nvPr/>
            </p:nvSpPr>
            <p:spPr>
              <a:xfrm flipH="1">
                <a:off x="3713525"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11"/>
              <p:cNvSpPr/>
              <p:nvPr/>
            </p:nvSpPr>
            <p:spPr>
              <a:xfrm flipH="1">
                <a:off x="3713525"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11"/>
              <p:cNvSpPr/>
              <p:nvPr/>
            </p:nvSpPr>
            <p:spPr>
              <a:xfrm flipH="1">
                <a:off x="3713525"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9" name="Google Shape;189;p11"/>
            <p:cNvGrpSpPr/>
            <p:nvPr/>
          </p:nvGrpSpPr>
          <p:grpSpPr>
            <a:xfrm>
              <a:off x="1485398" y="4309200"/>
              <a:ext cx="231600" cy="834300"/>
              <a:chOff x="1485398" y="4309200"/>
              <a:chExt cx="231600" cy="834300"/>
            </a:xfrm>
          </p:grpSpPr>
          <p:sp>
            <p:nvSpPr>
              <p:cNvPr id="190" name="Google Shape;190;p11"/>
              <p:cNvSpPr/>
              <p:nvPr/>
            </p:nvSpPr>
            <p:spPr>
              <a:xfrm flipH="1">
                <a:off x="1485398"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11"/>
              <p:cNvSpPr/>
              <p:nvPr/>
            </p:nvSpPr>
            <p:spPr>
              <a:xfrm flipH="1">
                <a:off x="1485398"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11"/>
              <p:cNvSpPr/>
              <p:nvPr/>
            </p:nvSpPr>
            <p:spPr>
              <a:xfrm flipH="1">
                <a:off x="1485398"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11"/>
              <p:cNvSpPr/>
              <p:nvPr/>
            </p:nvSpPr>
            <p:spPr>
              <a:xfrm flipH="1">
                <a:off x="1485398"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4" name="Google Shape;194;p11"/>
            <p:cNvGrpSpPr/>
            <p:nvPr/>
          </p:nvGrpSpPr>
          <p:grpSpPr>
            <a:xfrm>
              <a:off x="4084879" y="4518900"/>
              <a:ext cx="231600" cy="624600"/>
              <a:chOff x="4084879" y="4518900"/>
              <a:chExt cx="231600" cy="624600"/>
            </a:xfrm>
          </p:grpSpPr>
          <p:sp>
            <p:nvSpPr>
              <p:cNvPr id="195" name="Google Shape;195;p11"/>
              <p:cNvSpPr/>
              <p:nvPr/>
            </p:nvSpPr>
            <p:spPr>
              <a:xfrm flipH="1">
                <a:off x="4084879"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11"/>
              <p:cNvSpPr/>
              <p:nvPr/>
            </p:nvSpPr>
            <p:spPr>
              <a:xfrm flipH="1">
                <a:off x="4084879"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11"/>
              <p:cNvSpPr/>
              <p:nvPr/>
            </p:nvSpPr>
            <p:spPr>
              <a:xfrm flipH="1">
                <a:off x="4084879"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8" name="Google Shape;198;p11"/>
            <p:cNvGrpSpPr/>
            <p:nvPr/>
          </p:nvGrpSpPr>
          <p:grpSpPr>
            <a:xfrm>
              <a:off x="2970816" y="4309200"/>
              <a:ext cx="231600" cy="834300"/>
              <a:chOff x="2970816" y="4309200"/>
              <a:chExt cx="231600" cy="834300"/>
            </a:xfrm>
          </p:grpSpPr>
          <p:sp>
            <p:nvSpPr>
              <p:cNvPr id="199" name="Google Shape;199;p11"/>
              <p:cNvSpPr/>
              <p:nvPr/>
            </p:nvSpPr>
            <p:spPr>
              <a:xfrm flipH="1">
                <a:off x="2970816"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11"/>
              <p:cNvSpPr/>
              <p:nvPr/>
            </p:nvSpPr>
            <p:spPr>
              <a:xfrm flipH="1">
                <a:off x="2970816"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11"/>
              <p:cNvSpPr/>
              <p:nvPr/>
            </p:nvSpPr>
            <p:spPr>
              <a:xfrm flipH="1">
                <a:off x="2970816"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11"/>
              <p:cNvSpPr/>
              <p:nvPr/>
            </p:nvSpPr>
            <p:spPr>
              <a:xfrm flipH="1">
                <a:off x="2970816"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3" name="Google Shape;203;p11"/>
            <p:cNvGrpSpPr/>
            <p:nvPr/>
          </p:nvGrpSpPr>
          <p:grpSpPr>
            <a:xfrm>
              <a:off x="4456234" y="4309200"/>
              <a:ext cx="231600" cy="834300"/>
              <a:chOff x="4456234" y="4309200"/>
              <a:chExt cx="231600" cy="834300"/>
            </a:xfrm>
          </p:grpSpPr>
          <p:sp>
            <p:nvSpPr>
              <p:cNvPr id="204" name="Google Shape;204;p11"/>
              <p:cNvSpPr/>
              <p:nvPr/>
            </p:nvSpPr>
            <p:spPr>
              <a:xfrm flipH="1">
                <a:off x="4456234"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11"/>
              <p:cNvSpPr/>
              <p:nvPr/>
            </p:nvSpPr>
            <p:spPr>
              <a:xfrm flipH="1">
                <a:off x="4456234"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11"/>
              <p:cNvSpPr/>
              <p:nvPr/>
            </p:nvSpPr>
            <p:spPr>
              <a:xfrm flipH="1">
                <a:off x="4456234"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11"/>
              <p:cNvSpPr/>
              <p:nvPr/>
            </p:nvSpPr>
            <p:spPr>
              <a:xfrm flipH="1">
                <a:off x="4456234"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8" name="Google Shape;208;p11"/>
            <p:cNvGrpSpPr/>
            <p:nvPr/>
          </p:nvGrpSpPr>
          <p:grpSpPr>
            <a:xfrm>
              <a:off x="4827588" y="4099200"/>
              <a:ext cx="231600" cy="1044300"/>
              <a:chOff x="4827588" y="4099200"/>
              <a:chExt cx="231600" cy="1044300"/>
            </a:xfrm>
          </p:grpSpPr>
          <p:sp>
            <p:nvSpPr>
              <p:cNvPr id="209" name="Google Shape;209;p11"/>
              <p:cNvSpPr/>
              <p:nvPr/>
            </p:nvSpPr>
            <p:spPr>
              <a:xfrm flipH="1">
                <a:off x="4827588"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11"/>
              <p:cNvSpPr/>
              <p:nvPr/>
            </p:nvSpPr>
            <p:spPr>
              <a:xfrm flipH="1">
                <a:off x="4827588"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11"/>
              <p:cNvSpPr/>
              <p:nvPr/>
            </p:nvSpPr>
            <p:spPr>
              <a:xfrm flipH="1">
                <a:off x="4827588"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11"/>
              <p:cNvSpPr/>
              <p:nvPr/>
            </p:nvSpPr>
            <p:spPr>
              <a:xfrm flipH="1">
                <a:off x="4827588"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11"/>
              <p:cNvSpPr/>
              <p:nvPr/>
            </p:nvSpPr>
            <p:spPr>
              <a:xfrm flipH="1">
                <a:off x="4827588"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4" name="Google Shape;214;p11"/>
            <p:cNvGrpSpPr/>
            <p:nvPr/>
          </p:nvGrpSpPr>
          <p:grpSpPr>
            <a:xfrm>
              <a:off x="5198943" y="4309200"/>
              <a:ext cx="231600" cy="834300"/>
              <a:chOff x="5198943" y="4309200"/>
              <a:chExt cx="231600" cy="834300"/>
            </a:xfrm>
          </p:grpSpPr>
          <p:sp>
            <p:nvSpPr>
              <p:cNvPr id="215" name="Google Shape;215;p11"/>
              <p:cNvSpPr/>
              <p:nvPr/>
            </p:nvSpPr>
            <p:spPr>
              <a:xfrm flipH="1">
                <a:off x="5198943"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11"/>
              <p:cNvSpPr/>
              <p:nvPr/>
            </p:nvSpPr>
            <p:spPr>
              <a:xfrm flipH="1">
                <a:off x="5198943"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11"/>
              <p:cNvSpPr/>
              <p:nvPr/>
            </p:nvSpPr>
            <p:spPr>
              <a:xfrm flipH="1">
                <a:off x="5198943"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11"/>
              <p:cNvSpPr/>
              <p:nvPr/>
            </p:nvSpPr>
            <p:spPr>
              <a:xfrm flipH="1">
                <a:off x="5198943"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9" name="Google Shape;219;p11"/>
            <p:cNvGrpSpPr/>
            <p:nvPr/>
          </p:nvGrpSpPr>
          <p:grpSpPr>
            <a:xfrm>
              <a:off x="5570297" y="4518900"/>
              <a:ext cx="231600" cy="624600"/>
              <a:chOff x="5570297" y="4518900"/>
              <a:chExt cx="231600" cy="624600"/>
            </a:xfrm>
          </p:grpSpPr>
          <p:sp>
            <p:nvSpPr>
              <p:cNvPr id="220" name="Google Shape;220;p11"/>
              <p:cNvSpPr/>
              <p:nvPr/>
            </p:nvSpPr>
            <p:spPr>
              <a:xfrm flipH="1">
                <a:off x="5570297"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11"/>
              <p:cNvSpPr/>
              <p:nvPr/>
            </p:nvSpPr>
            <p:spPr>
              <a:xfrm flipH="1">
                <a:off x="5570297"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11"/>
              <p:cNvSpPr/>
              <p:nvPr/>
            </p:nvSpPr>
            <p:spPr>
              <a:xfrm flipH="1">
                <a:off x="5570297"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3" name="Google Shape;223;p11"/>
            <p:cNvGrpSpPr/>
            <p:nvPr/>
          </p:nvGrpSpPr>
          <p:grpSpPr>
            <a:xfrm>
              <a:off x="5941652" y="4309200"/>
              <a:ext cx="231600" cy="834300"/>
              <a:chOff x="5941652" y="4309200"/>
              <a:chExt cx="231600" cy="834300"/>
            </a:xfrm>
          </p:grpSpPr>
          <p:sp>
            <p:nvSpPr>
              <p:cNvPr id="224" name="Google Shape;224;p11"/>
              <p:cNvSpPr/>
              <p:nvPr/>
            </p:nvSpPr>
            <p:spPr>
              <a:xfrm flipH="1">
                <a:off x="5941652"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11"/>
              <p:cNvSpPr/>
              <p:nvPr/>
            </p:nvSpPr>
            <p:spPr>
              <a:xfrm flipH="1">
                <a:off x="5941652"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11"/>
              <p:cNvSpPr/>
              <p:nvPr/>
            </p:nvSpPr>
            <p:spPr>
              <a:xfrm flipH="1">
                <a:off x="5941652"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11"/>
              <p:cNvSpPr/>
              <p:nvPr/>
            </p:nvSpPr>
            <p:spPr>
              <a:xfrm flipH="1">
                <a:off x="5941652"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8" name="Google Shape;228;p11"/>
            <p:cNvGrpSpPr/>
            <p:nvPr/>
          </p:nvGrpSpPr>
          <p:grpSpPr>
            <a:xfrm>
              <a:off x="6313006" y="4099200"/>
              <a:ext cx="231600" cy="1044300"/>
              <a:chOff x="6313006" y="4099200"/>
              <a:chExt cx="231600" cy="1044300"/>
            </a:xfrm>
          </p:grpSpPr>
          <p:sp>
            <p:nvSpPr>
              <p:cNvPr id="229" name="Google Shape;229;p11"/>
              <p:cNvSpPr/>
              <p:nvPr/>
            </p:nvSpPr>
            <p:spPr>
              <a:xfrm flipH="1">
                <a:off x="6313006"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11"/>
              <p:cNvSpPr/>
              <p:nvPr/>
            </p:nvSpPr>
            <p:spPr>
              <a:xfrm flipH="1">
                <a:off x="6313006"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11"/>
              <p:cNvSpPr/>
              <p:nvPr/>
            </p:nvSpPr>
            <p:spPr>
              <a:xfrm flipH="1">
                <a:off x="6313006"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11"/>
              <p:cNvSpPr/>
              <p:nvPr/>
            </p:nvSpPr>
            <p:spPr>
              <a:xfrm flipH="1">
                <a:off x="6313006"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11"/>
              <p:cNvSpPr/>
              <p:nvPr/>
            </p:nvSpPr>
            <p:spPr>
              <a:xfrm flipH="1">
                <a:off x="6313006"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4" name="Google Shape;234;p11"/>
            <p:cNvGrpSpPr/>
            <p:nvPr/>
          </p:nvGrpSpPr>
          <p:grpSpPr>
            <a:xfrm>
              <a:off x="6684361" y="4309200"/>
              <a:ext cx="231600" cy="834300"/>
              <a:chOff x="6684361" y="4309200"/>
              <a:chExt cx="231600" cy="834300"/>
            </a:xfrm>
          </p:grpSpPr>
          <p:sp>
            <p:nvSpPr>
              <p:cNvPr id="235" name="Google Shape;235;p11"/>
              <p:cNvSpPr/>
              <p:nvPr/>
            </p:nvSpPr>
            <p:spPr>
              <a:xfrm flipH="1">
                <a:off x="6684361"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11"/>
              <p:cNvSpPr/>
              <p:nvPr/>
            </p:nvSpPr>
            <p:spPr>
              <a:xfrm flipH="1">
                <a:off x="6684361"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11"/>
              <p:cNvSpPr/>
              <p:nvPr/>
            </p:nvSpPr>
            <p:spPr>
              <a:xfrm flipH="1">
                <a:off x="6684361"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11"/>
              <p:cNvSpPr/>
              <p:nvPr/>
            </p:nvSpPr>
            <p:spPr>
              <a:xfrm flipH="1">
                <a:off x="6684361"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9" name="Google Shape;239;p11"/>
            <p:cNvGrpSpPr/>
            <p:nvPr/>
          </p:nvGrpSpPr>
          <p:grpSpPr>
            <a:xfrm>
              <a:off x="7055715" y="4518900"/>
              <a:ext cx="231600" cy="624600"/>
              <a:chOff x="7055715" y="4518900"/>
              <a:chExt cx="231600" cy="624600"/>
            </a:xfrm>
          </p:grpSpPr>
          <p:sp>
            <p:nvSpPr>
              <p:cNvPr id="240" name="Google Shape;240;p11"/>
              <p:cNvSpPr/>
              <p:nvPr/>
            </p:nvSpPr>
            <p:spPr>
              <a:xfrm flipH="1">
                <a:off x="7055715"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11"/>
              <p:cNvSpPr/>
              <p:nvPr/>
            </p:nvSpPr>
            <p:spPr>
              <a:xfrm flipH="1">
                <a:off x="7055715"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11"/>
              <p:cNvSpPr/>
              <p:nvPr/>
            </p:nvSpPr>
            <p:spPr>
              <a:xfrm flipH="1">
                <a:off x="7055715"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3" name="Google Shape;243;p11"/>
            <p:cNvGrpSpPr/>
            <p:nvPr/>
          </p:nvGrpSpPr>
          <p:grpSpPr>
            <a:xfrm>
              <a:off x="7798424" y="4099200"/>
              <a:ext cx="231600" cy="1044300"/>
              <a:chOff x="7798424" y="4099200"/>
              <a:chExt cx="231600" cy="1044300"/>
            </a:xfrm>
          </p:grpSpPr>
          <p:sp>
            <p:nvSpPr>
              <p:cNvPr id="244" name="Google Shape;244;p11"/>
              <p:cNvSpPr/>
              <p:nvPr/>
            </p:nvSpPr>
            <p:spPr>
              <a:xfrm flipH="1">
                <a:off x="7798424"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11"/>
              <p:cNvSpPr/>
              <p:nvPr/>
            </p:nvSpPr>
            <p:spPr>
              <a:xfrm flipH="1">
                <a:off x="7798424"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11"/>
              <p:cNvSpPr/>
              <p:nvPr/>
            </p:nvSpPr>
            <p:spPr>
              <a:xfrm flipH="1">
                <a:off x="7798424"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11"/>
              <p:cNvSpPr/>
              <p:nvPr/>
            </p:nvSpPr>
            <p:spPr>
              <a:xfrm flipH="1">
                <a:off x="7798424"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11"/>
              <p:cNvSpPr/>
              <p:nvPr/>
            </p:nvSpPr>
            <p:spPr>
              <a:xfrm flipH="1">
                <a:off x="7798424"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9" name="Google Shape;249;p11"/>
            <p:cNvGrpSpPr/>
            <p:nvPr/>
          </p:nvGrpSpPr>
          <p:grpSpPr>
            <a:xfrm>
              <a:off x="8169779" y="4309200"/>
              <a:ext cx="231600" cy="834300"/>
              <a:chOff x="8169779" y="4309200"/>
              <a:chExt cx="231600" cy="834300"/>
            </a:xfrm>
          </p:grpSpPr>
          <p:sp>
            <p:nvSpPr>
              <p:cNvPr id="250" name="Google Shape;250;p11"/>
              <p:cNvSpPr/>
              <p:nvPr/>
            </p:nvSpPr>
            <p:spPr>
              <a:xfrm flipH="1">
                <a:off x="8169779"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11"/>
              <p:cNvSpPr/>
              <p:nvPr/>
            </p:nvSpPr>
            <p:spPr>
              <a:xfrm flipH="1">
                <a:off x="8169779"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11"/>
              <p:cNvSpPr/>
              <p:nvPr/>
            </p:nvSpPr>
            <p:spPr>
              <a:xfrm flipH="1">
                <a:off x="8169779"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11"/>
              <p:cNvSpPr/>
              <p:nvPr/>
            </p:nvSpPr>
            <p:spPr>
              <a:xfrm flipH="1">
                <a:off x="8169779"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4" name="Google Shape;254;p11"/>
            <p:cNvGrpSpPr/>
            <p:nvPr/>
          </p:nvGrpSpPr>
          <p:grpSpPr>
            <a:xfrm>
              <a:off x="7427070" y="4309200"/>
              <a:ext cx="231600" cy="834300"/>
              <a:chOff x="7427070" y="4309200"/>
              <a:chExt cx="231600" cy="834300"/>
            </a:xfrm>
          </p:grpSpPr>
          <p:sp>
            <p:nvSpPr>
              <p:cNvPr id="255" name="Google Shape;255;p11"/>
              <p:cNvSpPr/>
              <p:nvPr/>
            </p:nvSpPr>
            <p:spPr>
              <a:xfrm flipH="1">
                <a:off x="7427070"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11"/>
              <p:cNvSpPr/>
              <p:nvPr/>
            </p:nvSpPr>
            <p:spPr>
              <a:xfrm flipH="1">
                <a:off x="7427070"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11"/>
              <p:cNvSpPr/>
              <p:nvPr/>
            </p:nvSpPr>
            <p:spPr>
              <a:xfrm flipH="1">
                <a:off x="7427070"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11"/>
              <p:cNvSpPr/>
              <p:nvPr/>
            </p:nvSpPr>
            <p:spPr>
              <a:xfrm flipH="1">
                <a:off x="7427070"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9" name="Google Shape;259;p11"/>
            <p:cNvGrpSpPr/>
            <p:nvPr/>
          </p:nvGrpSpPr>
          <p:grpSpPr>
            <a:xfrm>
              <a:off x="8541133" y="4518900"/>
              <a:ext cx="231600" cy="624600"/>
              <a:chOff x="8541133" y="4518900"/>
              <a:chExt cx="231600" cy="624600"/>
            </a:xfrm>
          </p:grpSpPr>
          <p:sp>
            <p:nvSpPr>
              <p:cNvPr id="260" name="Google Shape;260;p11"/>
              <p:cNvSpPr/>
              <p:nvPr/>
            </p:nvSpPr>
            <p:spPr>
              <a:xfrm flipH="1">
                <a:off x="8541133"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11"/>
              <p:cNvSpPr/>
              <p:nvPr/>
            </p:nvSpPr>
            <p:spPr>
              <a:xfrm flipH="1">
                <a:off x="8541133"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11"/>
              <p:cNvSpPr/>
              <p:nvPr/>
            </p:nvSpPr>
            <p:spPr>
              <a:xfrm flipH="1">
                <a:off x="8541133"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3" name="Google Shape;263;p11"/>
            <p:cNvGrpSpPr/>
            <p:nvPr/>
          </p:nvGrpSpPr>
          <p:grpSpPr>
            <a:xfrm>
              <a:off x="8912488" y="4309200"/>
              <a:ext cx="231600" cy="834300"/>
              <a:chOff x="8912488" y="4309200"/>
              <a:chExt cx="231600" cy="834300"/>
            </a:xfrm>
          </p:grpSpPr>
          <p:sp>
            <p:nvSpPr>
              <p:cNvPr id="264" name="Google Shape;264;p11"/>
              <p:cNvSpPr/>
              <p:nvPr/>
            </p:nvSpPr>
            <p:spPr>
              <a:xfrm flipH="1">
                <a:off x="8912488"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11"/>
              <p:cNvSpPr/>
              <p:nvPr/>
            </p:nvSpPr>
            <p:spPr>
              <a:xfrm flipH="1">
                <a:off x="8912488"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11"/>
              <p:cNvSpPr/>
              <p:nvPr/>
            </p:nvSpPr>
            <p:spPr>
              <a:xfrm flipH="1">
                <a:off x="8912488"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11"/>
              <p:cNvSpPr/>
              <p:nvPr/>
            </p:nvSpPr>
            <p:spPr>
              <a:xfrm flipH="1">
                <a:off x="8912488"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268" name="Google Shape;268;p11"/>
          <p:cNvSpPr txBox="1"/>
          <p:nvPr>
            <p:ph hasCustomPrompt="1" type="title"/>
          </p:nvPr>
        </p:nvSpPr>
        <p:spPr>
          <a:xfrm>
            <a:off x="1388625" y="772725"/>
            <a:ext cx="6366900" cy="18633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8000"/>
              <a:buNone/>
              <a:defRPr sz="8000"/>
            </a:lvl1pPr>
            <a:lvl2pPr lvl="1" algn="ctr">
              <a:spcBef>
                <a:spcPts val="0"/>
              </a:spcBef>
              <a:spcAft>
                <a:spcPts val="0"/>
              </a:spcAft>
              <a:buSzPts val="8000"/>
              <a:buNone/>
              <a:defRPr sz="8000"/>
            </a:lvl2pPr>
            <a:lvl3pPr lvl="2" algn="ctr">
              <a:spcBef>
                <a:spcPts val="0"/>
              </a:spcBef>
              <a:spcAft>
                <a:spcPts val="0"/>
              </a:spcAft>
              <a:buSzPts val="8000"/>
              <a:buNone/>
              <a:defRPr sz="8000"/>
            </a:lvl3pPr>
            <a:lvl4pPr lvl="3" algn="ctr">
              <a:spcBef>
                <a:spcPts val="0"/>
              </a:spcBef>
              <a:spcAft>
                <a:spcPts val="0"/>
              </a:spcAft>
              <a:buSzPts val="8000"/>
              <a:buNone/>
              <a:defRPr sz="8000"/>
            </a:lvl4pPr>
            <a:lvl5pPr lvl="4" algn="ctr">
              <a:spcBef>
                <a:spcPts val="0"/>
              </a:spcBef>
              <a:spcAft>
                <a:spcPts val="0"/>
              </a:spcAft>
              <a:buSzPts val="8000"/>
              <a:buNone/>
              <a:defRPr sz="8000"/>
            </a:lvl5pPr>
            <a:lvl6pPr lvl="5" algn="ctr">
              <a:spcBef>
                <a:spcPts val="0"/>
              </a:spcBef>
              <a:spcAft>
                <a:spcPts val="0"/>
              </a:spcAft>
              <a:buSzPts val="8000"/>
              <a:buNone/>
              <a:defRPr sz="8000"/>
            </a:lvl6pPr>
            <a:lvl7pPr lvl="6" algn="ctr">
              <a:spcBef>
                <a:spcPts val="0"/>
              </a:spcBef>
              <a:spcAft>
                <a:spcPts val="0"/>
              </a:spcAft>
              <a:buSzPts val="8000"/>
              <a:buNone/>
              <a:defRPr sz="8000"/>
            </a:lvl7pPr>
            <a:lvl8pPr lvl="7" algn="ctr">
              <a:spcBef>
                <a:spcPts val="0"/>
              </a:spcBef>
              <a:spcAft>
                <a:spcPts val="0"/>
              </a:spcAft>
              <a:buSzPts val="8000"/>
              <a:buNone/>
              <a:defRPr sz="8000"/>
            </a:lvl8pPr>
            <a:lvl9pPr lvl="8" algn="ctr">
              <a:spcBef>
                <a:spcPts val="0"/>
              </a:spcBef>
              <a:spcAft>
                <a:spcPts val="0"/>
              </a:spcAft>
              <a:buSzPts val="8000"/>
              <a:buNone/>
              <a:defRPr sz="8000"/>
            </a:lvl9pPr>
          </a:lstStyle>
          <a:p>
            <a:r>
              <a:t>xx%</a:t>
            </a:r>
          </a:p>
        </p:txBody>
      </p:sp>
      <p:sp>
        <p:nvSpPr>
          <p:cNvPr id="269" name="Google Shape;269;p11"/>
          <p:cNvSpPr txBox="1"/>
          <p:nvPr>
            <p:ph idx="1" type="body"/>
          </p:nvPr>
        </p:nvSpPr>
        <p:spPr>
          <a:xfrm>
            <a:off x="1388625" y="2712300"/>
            <a:ext cx="6366900" cy="1111200"/>
          </a:xfrm>
          <a:prstGeom prst="rect">
            <a:avLst/>
          </a:prstGeom>
        </p:spPr>
        <p:txBody>
          <a:bodyPr anchorCtr="0" anchor="t" bIns="91425" lIns="91425" spcFirstLastPara="1" rIns="91425" wrap="square" tIns="91425">
            <a:normAutofit/>
          </a:bodyPr>
          <a:lstStyle>
            <a:lvl1pPr indent="-311150" lvl="0" marL="457200" algn="ctr">
              <a:spcBef>
                <a:spcPts val="0"/>
              </a:spcBef>
              <a:spcAft>
                <a:spcPts val="0"/>
              </a:spcAft>
              <a:buSzPts val="1300"/>
              <a:buChar char="●"/>
              <a:defRPr/>
            </a:lvl1pPr>
            <a:lvl2pPr indent="-298450" lvl="1" marL="914400" algn="ctr">
              <a:spcBef>
                <a:spcPts val="0"/>
              </a:spcBef>
              <a:spcAft>
                <a:spcPts val="0"/>
              </a:spcAft>
              <a:buSzPts val="1100"/>
              <a:buChar char="○"/>
              <a:defRPr/>
            </a:lvl2pPr>
            <a:lvl3pPr indent="-298450" lvl="2" marL="1371600" algn="ctr">
              <a:spcBef>
                <a:spcPts val="0"/>
              </a:spcBef>
              <a:spcAft>
                <a:spcPts val="0"/>
              </a:spcAft>
              <a:buSzPts val="1100"/>
              <a:buChar char="■"/>
              <a:defRPr/>
            </a:lvl3pPr>
            <a:lvl4pPr indent="-298450" lvl="3" marL="1828800" algn="ctr">
              <a:spcBef>
                <a:spcPts val="0"/>
              </a:spcBef>
              <a:spcAft>
                <a:spcPts val="0"/>
              </a:spcAft>
              <a:buSzPts val="1100"/>
              <a:buChar char="●"/>
              <a:defRPr/>
            </a:lvl4pPr>
            <a:lvl5pPr indent="-298450" lvl="4" marL="2286000" algn="ctr">
              <a:spcBef>
                <a:spcPts val="0"/>
              </a:spcBef>
              <a:spcAft>
                <a:spcPts val="0"/>
              </a:spcAft>
              <a:buSzPts val="1100"/>
              <a:buChar char="○"/>
              <a:defRPr/>
            </a:lvl5pPr>
            <a:lvl6pPr indent="-298450" lvl="5" marL="2743200" algn="ctr">
              <a:spcBef>
                <a:spcPts val="0"/>
              </a:spcBef>
              <a:spcAft>
                <a:spcPts val="0"/>
              </a:spcAft>
              <a:buSzPts val="1100"/>
              <a:buChar char="■"/>
              <a:defRPr/>
            </a:lvl6pPr>
            <a:lvl7pPr indent="-298450" lvl="6" marL="3200400" algn="ctr">
              <a:spcBef>
                <a:spcPts val="0"/>
              </a:spcBef>
              <a:spcAft>
                <a:spcPts val="0"/>
              </a:spcAft>
              <a:buSzPts val="1100"/>
              <a:buChar char="●"/>
              <a:defRPr/>
            </a:lvl7pPr>
            <a:lvl8pPr indent="-298450" lvl="7" marL="3657600" algn="ctr">
              <a:spcBef>
                <a:spcPts val="0"/>
              </a:spcBef>
              <a:spcAft>
                <a:spcPts val="0"/>
              </a:spcAft>
              <a:buSzPts val="1100"/>
              <a:buChar char="○"/>
              <a:defRPr/>
            </a:lvl8pPr>
            <a:lvl9pPr indent="-298450" lvl="8" marL="4114800" algn="ctr">
              <a:spcBef>
                <a:spcPts val="0"/>
              </a:spcBef>
              <a:spcAft>
                <a:spcPts val="0"/>
              </a:spcAft>
              <a:buSzPts val="1100"/>
              <a:buChar char="■"/>
              <a:defRPr/>
            </a:lvl9pPr>
          </a:lstStyle>
          <a:p/>
        </p:txBody>
      </p:sp>
      <p:sp>
        <p:nvSpPr>
          <p:cNvPr id="270" name="Google Shape;270;p11"/>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71" name="Shape 271"/>
        <p:cNvGrpSpPr/>
        <p:nvPr/>
      </p:nvGrpSpPr>
      <p:grpSpPr>
        <a:xfrm>
          <a:off x="0" y="0"/>
          <a:ext cx="0" cy="0"/>
          <a:chOff x="0" y="0"/>
          <a:chExt cx="0" cy="0"/>
        </a:xfrm>
      </p:grpSpPr>
      <p:sp>
        <p:nvSpPr>
          <p:cNvPr id="272" name="Google Shape;272;p12"/>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momentum">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1pPr>
            <a:lvl2pPr lvl="1">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2pPr>
            <a:lvl3pPr lvl="2">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3pPr>
            <a:lvl4pPr lvl="3">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4pPr>
            <a:lvl5pPr lvl="4">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5pPr>
            <a:lvl6pPr lvl="5">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6pPr>
            <a:lvl7pPr lvl="6">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7pPr>
            <a:lvl8pPr lvl="7">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8pPr>
            <a:lvl9pPr lvl="8">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dk2"/>
              </a:buClr>
              <a:buSzPts val="1300"/>
              <a:buFont typeface="Nunito"/>
              <a:buChar char="●"/>
              <a:defRPr sz="1300">
                <a:solidFill>
                  <a:schemeClr val="dk2"/>
                </a:solidFill>
                <a:latin typeface="Nunito"/>
                <a:ea typeface="Nunito"/>
                <a:cs typeface="Nunito"/>
                <a:sym typeface="Nunito"/>
              </a:defRPr>
            </a:lvl1pPr>
            <a:lvl2pPr indent="-298450" lvl="1" marL="9144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2pPr>
            <a:lvl3pPr indent="-298450" lvl="2" marL="13716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3pPr>
            <a:lvl4pPr indent="-298450" lvl="3" marL="18288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4pPr>
            <a:lvl5pPr indent="-298450" lvl="4" marL="22860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5pPr>
            <a:lvl6pPr indent="-298450" lvl="5" marL="27432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6pPr>
            <a:lvl7pPr indent="-298450" lvl="6" marL="32004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7pPr>
            <a:lvl8pPr indent="-298450" lvl="7" marL="36576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8pPr>
            <a:lvl9pPr indent="-298450" lvl="8" marL="41148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9pPr>
          </a:lstStyle>
          <a:p/>
        </p:txBody>
      </p:sp>
      <p:sp>
        <p:nvSpPr>
          <p:cNvPr id="8" name="Google Shape;8;p1"/>
          <p:cNvSpPr txBox="1"/>
          <p:nvPr>
            <p:ph idx="12" type="sldNum"/>
          </p:nvPr>
        </p:nvSpPr>
        <p:spPr>
          <a:xfrm>
            <a:off x="8451046" y="4736976"/>
            <a:ext cx="548700" cy="393600"/>
          </a:xfrm>
          <a:prstGeom prst="rect">
            <a:avLst/>
          </a:prstGeom>
          <a:noFill/>
          <a:ln>
            <a:noFill/>
          </a:ln>
        </p:spPr>
        <p:txBody>
          <a:bodyPr anchorCtr="0" anchor="ctr" bIns="91425" lIns="91425" spcFirstLastPara="1" rIns="91425" wrap="square" tIns="91425">
            <a:normAutofit/>
          </a:bodyPr>
          <a:lstStyle>
            <a:lvl1pPr lvl="0" algn="r">
              <a:buNone/>
              <a:defRPr sz="900">
                <a:solidFill>
                  <a:schemeClr val="dk2"/>
                </a:solidFill>
                <a:latin typeface="Nunito"/>
                <a:ea typeface="Nunito"/>
                <a:cs typeface="Nunito"/>
                <a:sym typeface="Nunito"/>
              </a:defRPr>
            </a:lvl1pPr>
            <a:lvl2pPr lvl="1" algn="r">
              <a:buNone/>
              <a:defRPr sz="900">
                <a:solidFill>
                  <a:schemeClr val="dk2"/>
                </a:solidFill>
                <a:latin typeface="Nunito"/>
                <a:ea typeface="Nunito"/>
                <a:cs typeface="Nunito"/>
                <a:sym typeface="Nunito"/>
              </a:defRPr>
            </a:lvl2pPr>
            <a:lvl3pPr lvl="2" algn="r">
              <a:buNone/>
              <a:defRPr sz="900">
                <a:solidFill>
                  <a:schemeClr val="dk2"/>
                </a:solidFill>
                <a:latin typeface="Nunito"/>
                <a:ea typeface="Nunito"/>
                <a:cs typeface="Nunito"/>
                <a:sym typeface="Nunito"/>
              </a:defRPr>
            </a:lvl3pPr>
            <a:lvl4pPr lvl="3" algn="r">
              <a:buNone/>
              <a:defRPr sz="900">
                <a:solidFill>
                  <a:schemeClr val="dk2"/>
                </a:solidFill>
                <a:latin typeface="Nunito"/>
                <a:ea typeface="Nunito"/>
                <a:cs typeface="Nunito"/>
                <a:sym typeface="Nunito"/>
              </a:defRPr>
            </a:lvl4pPr>
            <a:lvl5pPr lvl="4" algn="r">
              <a:buNone/>
              <a:defRPr sz="900">
                <a:solidFill>
                  <a:schemeClr val="dk2"/>
                </a:solidFill>
                <a:latin typeface="Nunito"/>
                <a:ea typeface="Nunito"/>
                <a:cs typeface="Nunito"/>
                <a:sym typeface="Nunito"/>
              </a:defRPr>
            </a:lvl5pPr>
            <a:lvl6pPr lvl="5" algn="r">
              <a:buNone/>
              <a:defRPr sz="900">
                <a:solidFill>
                  <a:schemeClr val="dk2"/>
                </a:solidFill>
                <a:latin typeface="Nunito"/>
                <a:ea typeface="Nunito"/>
                <a:cs typeface="Nunito"/>
                <a:sym typeface="Nunito"/>
              </a:defRPr>
            </a:lvl6pPr>
            <a:lvl7pPr lvl="6" algn="r">
              <a:buNone/>
              <a:defRPr sz="900">
                <a:solidFill>
                  <a:schemeClr val="dk2"/>
                </a:solidFill>
                <a:latin typeface="Nunito"/>
                <a:ea typeface="Nunito"/>
                <a:cs typeface="Nunito"/>
                <a:sym typeface="Nunito"/>
              </a:defRPr>
            </a:lvl7pPr>
            <a:lvl8pPr lvl="7" algn="r">
              <a:buNone/>
              <a:defRPr sz="900">
                <a:solidFill>
                  <a:schemeClr val="dk2"/>
                </a:solidFill>
                <a:latin typeface="Nunito"/>
                <a:ea typeface="Nunito"/>
                <a:cs typeface="Nunito"/>
                <a:sym typeface="Nunito"/>
              </a:defRPr>
            </a:lvl8pPr>
            <a:lvl9pPr lvl="8" algn="r">
              <a:buNone/>
              <a:defRPr sz="900">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s-419"/>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6.png"/><Relationship Id="rId4" Type="http://schemas.openxmlformats.org/officeDocument/2006/relationships/image" Target="../media/image4.png"/><Relationship Id="rId5" Type="http://schemas.openxmlformats.org/officeDocument/2006/relationships/image" Target="../media/image2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 Id="rId3"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1.xml"/><Relationship Id="rId3" Type="http://schemas.openxmlformats.org/officeDocument/2006/relationships/image" Target="../media/image1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5.xml"/><Relationship Id="rId3" Type="http://schemas.openxmlformats.org/officeDocument/2006/relationships/image" Target="../media/image2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7.xml"/><Relationship Id="rId3" Type="http://schemas.openxmlformats.org/officeDocument/2006/relationships/image" Target="../media/image1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1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2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 Id="rId3" Type="http://schemas.openxmlformats.org/officeDocument/2006/relationships/image" Target="../media/image1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 Id="rId3" Type="http://schemas.openxmlformats.org/officeDocument/2006/relationships/image" Target="../media/image19.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4.xml"/><Relationship Id="rId3" Type="http://schemas.openxmlformats.org/officeDocument/2006/relationships/image" Target="../media/image7.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6.xml"/><Relationship Id="rId3" Type="http://schemas.openxmlformats.org/officeDocument/2006/relationships/image" Target="../media/image8.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8.xml"/><Relationship Id="rId3" Type="http://schemas.openxmlformats.org/officeDocument/2006/relationships/image" Target="../media/image18.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0.xml"/><Relationship Id="rId3" Type="http://schemas.openxmlformats.org/officeDocument/2006/relationships/image" Target="../media/image10.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2.xml"/><Relationship Id="rId3" Type="http://schemas.openxmlformats.org/officeDocument/2006/relationships/image" Target="../media/image14.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4.xml"/><Relationship Id="rId3" Type="http://schemas.openxmlformats.org/officeDocument/2006/relationships/image" Target="../media/image24.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7.xml"/><Relationship Id="rId3" Type="http://schemas.openxmlformats.org/officeDocument/2006/relationships/image" Target="../media/image11.png"/><Relationship Id="rId4" Type="http://schemas.openxmlformats.org/officeDocument/2006/relationships/image" Target="../media/image2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42.xml"/><Relationship Id="rId3" Type="http://schemas.openxmlformats.org/officeDocument/2006/relationships/image" Target="../media/image22.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43.xml"/><Relationship Id="rId3" Type="http://schemas.openxmlformats.org/officeDocument/2006/relationships/image" Target="../media/image17.png"/><Relationship Id="rId4"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13"/>
          <p:cNvSpPr txBox="1"/>
          <p:nvPr>
            <p:ph type="ctrTitle"/>
          </p:nvPr>
        </p:nvSpPr>
        <p:spPr>
          <a:xfrm>
            <a:off x="824000" y="1613813"/>
            <a:ext cx="4255500" cy="1872900"/>
          </a:xfrm>
          <a:prstGeom prst="rect">
            <a:avLst/>
          </a:prstGeom>
        </p:spPr>
        <p:txBody>
          <a:bodyPr anchorCtr="0" anchor="ctr" bIns="91425" lIns="91425" spcFirstLastPara="1" rIns="91425" wrap="square" tIns="91425">
            <a:normAutofit fontScale="90000"/>
          </a:bodyPr>
          <a:lstStyle/>
          <a:p>
            <a:pPr indent="0" lvl="0" marL="0" rtl="0" algn="l">
              <a:spcBef>
                <a:spcPts val="0"/>
              </a:spcBef>
              <a:spcAft>
                <a:spcPts val="0"/>
              </a:spcAft>
              <a:buNone/>
            </a:pPr>
            <a:r>
              <a:rPr lang="es-419"/>
              <a:t>Ciencia de Datos para Sensores Inteligentes</a:t>
            </a:r>
            <a:endParaRPr/>
          </a:p>
          <a:p>
            <a:pPr indent="0" lvl="0" marL="0" rtl="0" algn="l">
              <a:lnSpc>
                <a:spcPct val="115000"/>
              </a:lnSpc>
              <a:spcBef>
                <a:spcPts val="0"/>
              </a:spcBef>
              <a:spcAft>
                <a:spcPts val="0"/>
              </a:spcAft>
              <a:buNone/>
            </a:pPr>
            <a:r>
              <a:rPr b="0" lang="es-419" sz="1644">
                <a:solidFill>
                  <a:schemeClr val="dk1"/>
                </a:solidFill>
                <a:latin typeface="Arial"/>
                <a:ea typeface="Arial"/>
                <a:cs typeface="Arial"/>
                <a:sym typeface="Arial"/>
              </a:rPr>
              <a:t>Tópicos Selectos en Sistemas Interactivos</a:t>
            </a:r>
            <a:endParaRPr sz="4044"/>
          </a:p>
        </p:txBody>
      </p:sp>
      <p:sp>
        <p:nvSpPr>
          <p:cNvPr id="278" name="Google Shape;278;p13"/>
          <p:cNvSpPr txBox="1"/>
          <p:nvPr>
            <p:ph idx="1" type="subTitle"/>
          </p:nvPr>
        </p:nvSpPr>
        <p:spPr>
          <a:xfrm>
            <a:off x="824000" y="3596300"/>
            <a:ext cx="4255500" cy="695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solidFill>
                  <a:srgbClr val="EFEFEF"/>
                </a:solidFill>
              </a:rPr>
              <a:t>Dr. Irvin Hussein López Nava</a:t>
            </a:r>
            <a:endParaRPr>
              <a:solidFill>
                <a:srgbClr val="EFEFEF"/>
              </a:solidFill>
            </a:endParaRPr>
          </a:p>
          <a:p>
            <a:pPr indent="0" lvl="0" marL="0" rtl="0" algn="l">
              <a:spcBef>
                <a:spcPts val="0"/>
              </a:spcBef>
              <a:spcAft>
                <a:spcPts val="0"/>
              </a:spcAft>
              <a:buNone/>
            </a:pPr>
            <a:r>
              <a:rPr lang="es-419">
                <a:solidFill>
                  <a:srgbClr val="D9D9D9"/>
                </a:solidFill>
              </a:rPr>
              <a:t>CICESE 2025 - I</a:t>
            </a:r>
            <a:endParaRPr>
              <a:solidFill>
                <a:srgbClr val="D9D9D9"/>
              </a:solidFill>
            </a:endParaRPr>
          </a:p>
        </p:txBody>
      </p:sp>
      <p:pic>
        <p:nvPicPr>
          <p:cNvPr id="279" name="Google Shape;279;p13"/>
          <p:cNvPicPr preferRelativeResize="0"/>
          <p:nvPr/>
        </p:nvPicPr>
        <p:blipFill>
          <a:blip r:embed="rId3">
            <a:alphaModFix amt="50000"/>
          </a:blip>
          <a:stretch>
            <a:fillRect/>
          </a:stretch>
        </p:blipFill>
        <p:spPr>
          <a:xfrm>
            <a:off x="6282225" y="1416333"/>
            <a:ext cx="908050" cy="448350"/>
          </a:xfrm>
          <a:prstGeom prst="rect">
            <a:avLst/>
          </a:prstGeom>
          <a:noFill/>
          <a:ln>
            <a:noFill/>
          </a:ln>
        </p:spPr>
      </p:pic>
      <p:pic>
        <p:nvPicPr>
          <p:cNvPr id="280" name="Google Shape;280;p13"/>
          <p:cNvPicPr preferRelativeResize="0"/>
          <p:nvPr/>
        </p:nvPicPr>
        <p:blipFill>
          <a:blip r:embed="rId4">
            <a:alphaModFix amt="75000"/>
          </a:blip>
          <a:stretch>
            <a:fillRect/>
          </a:stretch>
        </p:blipFill>
        <p:spPr>
          <a:xfrm>
            <a:off x="6023125" y="659125"/>
            <a:ext cx="318050" cy="318050"/>
          </a:xfrm>
          <a:prstGeom prst="rect">
            <a:avLst/>
          </a:prstGeom>
          <a:noFill/>
          <a:ln>
            <a:noFill/>
          </a:ln>
        </p:spPr>
      </p:pic>
      <p:pic>
        <p:nvPicPr>
          <p:cNvPr id="281" name="Google Shape;281;p13"/>
          <p:cNvPicPr preferRelativeResize="0"/>
          <p:nvPr/>
        </p:nvPicPr>
        <p:blipFill rotWithShape="1">
          <a:blip r:embed="rId5">
            <a:alphaModFix amt="75000"/>
          </a:blip>
          <a:srcRect b="35620" l="28214" r="28782" t="0"/>
          <a:stretch/>
        </p:blipFill>
        <p:spPr>
          <a:xfrm>
            <a:off x="5568825" y="1580658"/>
            <a:ext cx="227338" cy="207817"/>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p14"/>
          <p:cNvSpPr txBox="1"/>
          <p:nvPr>
            <p:ph type="title"/>
          </p:nvPr>
        </p:nvSpPr>
        <p:spPr>
          <a:xfrm>
            <a:off x="1388625" y="772725"/>
            <a:ext cx="6366900" cy="18633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s-419" sz="6000">
                <a:solidFill>
                  <a:schemeClr val="dk1"/>
                </a:solidFill>
              </a:rPr>
              <a:t>Unidad 5</a:t>
            </a:r>
            <a:endParaRPr sz="6000">
              <a:solidFill>
                <a:schemeClr val="dk1"/>
              </a:solidFill>
            </a:endParaRPr>
          </a:p>
        </p:txBody>
      </p:sp>
      <p:sp>
        <p:nvSpPr>
          <p:cNvPr id="287" name="Google Shape;287;p14"/>
          <p:cNvSpPr txBox="1"/>
          <p:nvPr>
            <p:ph idx="1" type="body"/>
          </p:nvPr>
        </p:nvSpPr>
        <p:spPr>
          <a:xfrm>
            <a:off x="1388625" y="2712300"/>
            <a:ext cx="6366900" cy="1111200"/>
          </a:xfrm>
          <a:prstGeom prst="rect">
            <a:avLst/>
          </a:prstGeom>
        </p:spPr>
        <p:txBody>
          <a:bodyPr anchorCtr="0" anchor="t" bIns="91425" lIns="91425" spcFirstLastPara="1" rIns="91425" wrap="square" tIns="91425">
            <a:normAutofit/>
          </a:bodyPr>
          <a:lstStyle/>
          <a:p>
            <a:pPr indent="0" lvl="0" marL="0" rtl="0" algn="ctr">
              <a:spcBef>
                <a:spcPts val="0"/>
              </a:spcBef>
              <a:spcAft>
                <a:spcPts val="1200"/>
              </a:spcAft>
              <a:buNone/>
            </a:pPr>
            <a:r>
              <a:rPr lang="es-419" sz="3200"/>
              <a:t>Sensado fisiológico</a:t>
            </a:r>
            <a:endParaRPr sz="3200"/>
          </a:p>
        </p:txBody>
      </p:sp>
      <p:sp>
        <p:nvSpPr>
          <p:cNvPr id="288" name="Google Shape;288;p14"/>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15"/>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solidFill>
                  <a:schemeClr val="dk2"/>
                </a:solidFill>
              </a:rPr>
              <a:t>‹#›</a:t>
            </a:fld>
            <a:endParaRPr>
              <a:solidFill>
                <a:schemeClr val="dk2"/>
              </a:solidFill>
            </a:endParaRPr>
          </a:p>
        </p:txBody>
      </p:sp>
      <p:pic>
        <p:nvPicPr>
          <p:cNvPr id="294" name="Google Shape;294;p15"/>
          <p:cNvPicPr preferRelativeResize="0"/>
          <p:nvPr/>
        </p:nvPicPr>
        <p:blipFill>
          <a:blip r:embed="rId3">
            <a:alphaModFix/>
          </a:blip>
          <a:stretch>
            <a:fillRect/>
          </a:stretch>
        </p:blipFill>
        <p:spPr>
          <a:xfrm>
            <a:off x="498875" y="279675"/>
            <a:ext cx="8146246" cy="4584142"/>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sp>
        <p:nvSpPr>
          <p:cNvPr id="299" name="Google Shape;299;p16"/>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pic>
        <p:nvPicPr>
          <p:cNvPr id="300" name="Google Shape;300;p16"/>
          <p:cNvPicPr preferRelativeResize="0"/>
          <p:nvPr/>
        </p:nvPicPr>
        <p:blipFill>
          <a:blip r:embed="rId3">
            <a:alphaModFix/>
          </a:blip>
          <a:stretch>
            <a:fillRect/>
          </a:stretch>
        </p:blipFill>
        <p:spPr>
          <a:xfrm>
            <a:off x="2190750" y="266700"/>
            <a:ext cx="4762500" cy="4000500"/>
          </a:xfrm>
          <a:prstGeom prst="rect">
            <a:avLst/>
          </a:prstGeom>
          <a:noFill/>
          <a:ln>
            <a:noFill/>
          </a:ln>
        </p:spPr>
      </p:pic>
      <p:sp>
        <p:nvSpPr>
          <p:cNvPr id="301" name="Google Shape;301;p16"/>
          <p:cNvSpPr txBox="1"/>
          <p:nvPr>
            <p:ph idx="1" type="body"/>
          </p:nvPr>
        </p:nvSpPr>
        <p:spPr>
          <a:xfrm>
            <a:off x="1303800" y="4138975"/>
            <a:ext cx="5843100" cy="534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Electrofisiolog</a:t>
            </a:r>
            <a:r>
              <a:rPr lang="es-419"/>
              <a:t>ía del corazón</a:t>
            </a:r>
            <a:endParaRPr/>
          </a:p>
        </p:txBody>
      </p:sp>
      <p:sp>
        <p:nvSpPr>
          <p:cNvPr id="302" name="Google Shape;302;p16"/>
          <p:cNvSpPr txBox="1"/>
          <p:nvPr/>
        </p:nvSpPr>
        <p:spPr>
          <a:xfrm>
            <a:off x="800450" y="4547875"/>
            <a:ext cx="7537200" cy="4311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s-419" sz="800">
                <a:solidFill>
                  <a:srgbClr val="94B6BD"/>
                </a:solidFill>
              </a:rPr>
              <a:t>J. Malmivuo and R. Plonsey. Bioelectromagnetism: Principles and Applications of Bioelectric and Biomagnetic Fields. </a:t>
            </a:r>
            <a:endParaRPr sz="800">
              <a:solidFill>
                <a:srgbClr val="94B6BD"/>
              </a:solidFill>
            </a:endParaRPr>
          </a:p>
          <a:p>
            <a:pPr indent="0" lvl="0" marL="0" rtl="0" algn="r">
              <a:spcBef>
                <a:spcPts val="0"/>
              </a:spcBef>
              <a:spcAft>
                <a:spcPts val="0"/>
              </a:spcAft>
              <a:buNone/>
            </a:pPr>
            <a:r>
              <a:rPr lang="es-419" sz="800">
                <a:solidFill>
                  <a:srgbClr val="94B6BD"/>
                </a:solidFill>
              </a:rPr>
              <a:t>Oxford University Press (Web Edition), 1995.</a:t>
            </a:r>
            <a:endParaRPr sz="800">
              <a:solidFill>
                <a:srgbClr val="94B6BD"/>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p17"/>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Fitbit wearables</a:t>
            </a:r>
            <a:endParaRPr/>
          </a:p>
        </p:txBody>
      </p:sp>
      <p:sp>
        <p:nvSpPr>
          <p:cNvPr id="308" name="Google Shape;308;p17"/>
          <p:cNvSpPr txBox="1"/>
          <p:nvPr>
            <p:ph idx="1" type="body"/>
          </p:nvPr>
        </p:nvSpPr>
        <p:spPr>
          <a:xfrm>
            <a:off x="1303800" y="1761450"/>
            <a:ext cx="3430500" cy="25416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s-419"/>
              <a:t>Para realizar el seguimiento de la frecuencia cardíaca, los dispositivos de Fitbit utilizan la tecnología de fotopletismografía (PPG) para medir la frecuencia del flujo sanguíneo directamente desde la muñeca del usuario. Teóricamente, estas medidas se pueden usar para determinar el ritmo cardíaco de un usuario.</a:t>
            </a:r>
            <a:endParaRPr/>
          </a:p>
        </p:txBody>
      </p:sp>
      <p:sp>
        <p:nvSpPr>
          <p:cNvPr id="309" name="Google Shape;309;p17"/>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
        <p:nvSpPr>
          <p:cNvPr id="310" name="Google Shape;310;p17"/>
          <p:cNvSpPr txBox="1"/>
          <p:nvPr/>
        </p:nvSpPr>
        <p:spPr>
          <a:xfrm>
            <a:off x="800450" y="4547875"/>
            <a:ext cx="7537200" cy="3078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s-419" sz="800">
                <a:solidFill>
                  <a:srgbClr val="94B6BD"/>
                </a:solidFill>
              </a:rPr>
              <a:t>https://investor.fitbit.com/press-releases/press-release-details/2020/Fitbit-Announces-Large-Scale-Study-to-Identify-Atrial-Fibrillation/default.aspx</a:t>
            </a:r>
            <a:endParaRPr sz="800">
              <a:solidFill>
                <a:srgbClr val="94B6BD"/>
              </a:solidFill>
            </a:endParaRPr>
          </a:p>
        </p:txBody>
      </p:sp>
      <p:pic>
        <p:nvPicPr>
          <p:cNvPr id="311" name="Google Shape;311;p17"/>
          <p:cNvPicPr preferRelativeResize="0"/>
          <p:nvPr/>
        </p:nvPicPr>
        <p:blipFill>
          <a:blip r:embed="rId3">
            <a:alphaModFix/>
          </a:blip>
          <a:stretch>
            <a:fillRect/>
          </a:stretch>
        </p:blipFill>
        <p:spPr>
          <a:xfrm>
            <a:off x="5813750" y="1633150"/>
            <a:ext cx="2072850" cy="22716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sp>
        <p:nvSpPr>
          <p:cNvPr id="316" name="Google Shape;316;p18"/>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Oura ring</a:t>
            </a:r>
            <a:endParaRPr/>
          </a:p>
        </p:txBody>
      </p:sp>
      <p:sp>
        <p:nvSpPr>
          <p:cNvPr id="317" name="Google Shape;317;p18"/>
          <p:cNvSpPr txBox="1"/>
          <p:nvPr>
            <p:ph idx="1" type="body"/>
          </p:nvPr>
        </p:nvSpPr>
        <p:spPr>
          <a:xfrm>
            <a:off x="1303800" y="1761450"/>
            <a:ext cx="7030500" cy="25416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s-419"/>
              <a:t>El sistema PPG de Oura envía luz a través de un LED y la recibe con un fotodiodo que captura cómo los pulsos de luz a través de sus arterias reflejan la actividad del corazón.</a:t>
            </a:r>
            <a:endParaRPr/>
          </a:p>
          <a:p>
            <a:pPr indent="0" lvl="0" marL="0" rtl="0" algn="l">
              <a:spcBef>
                <a:spcPts val="1200"/>
              </a:spcBef>
              <a:spcAft>
                <a:spcPts val="0"/>
              </a:spcAft>
              <a:buNone/>
            </a:pPr>
            <a:r>
              <a:rPr lang="es-419"/>
              <a:t>Este sistema maximiza la calidad de los datos al aprovechar la ubicación del sensor y la luz infrarroja. Colocar los LED a cada lado del dedo permite medir una señal más clara, a diferencia de los dispositivos portátiles que tienen una fuente de luz de un solo lado.</a:t>
            </a:r>
            <a:endParaRPr/>
          </a:p>
          <a:p>
            <a:pPr indent="0" lvl="0" marL="0" rtl="0" algn="l">
              <a:spcBef>
                <a:spcPts val="1200"/>
              </a:spcBef>
              <a:spcAft>
                <a:spcPts val="1200"/>
              </a:spcAft>
              <a:buNone/>
            </a:pPr>
            <a:r>
              <a:rPr lang="es-419"/>
              <a:t>Oura toma muestras 250 fps y tiene una fiabilidad del 99,9 % en comparación con un electrocardiograma (ECG) de grado médico.</a:t>
            </a:r>
            <a:endParaRPr/>
          </a:p>
        </p:txBody>
      </p:sp>
      <p:sp>
        <p:nvSpPr>
          <p:cNvPr id="318" name="Google Shape;318;p18"/>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
        <p:nvSpPr>
          <p:cNvPr id="319" name="Google Shape;319;p18"/>
          <p:cNvSpPr txBox="1"/>
          <p:nvPr/>
        </p:nvSpPr>
        <p:spPr>
          <a:xfrm>
            <a:off x="800450" y="4547875"/>
            <a:ext cx="7537200" cy="3078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s-419" sz="800">
                <a:solidFill>
                  <a:srgbClr val="94B6BD"/>
                </a:solidFill>
              </a:rPr>
              <a:t>https://ouraring.com/blog/ring-technology/</a:t>
            </a:r>
            <a:endParaRPr sz="800">
              <a:solidFill>
                <a:srgbClr val="94B6BD"/>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sp>
        <p:nvSpPr>
          <p:cNvPr id="324" name="Google Shape;324;p19"/>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Oura ring</a:t>
            </a:r>
            <a:endParaRPr/>
          </a:p>
        </p:txBody>
      </p:sp>
      <p:sp>
        <p:nvSpPr>
          <p:cNvPr id="325" name="Google Shape;325;p19"/>
          <p:cNvSpPr txBox="1"/>
          <p:nvPr>
            <p:ph idx="1" type="body"/>
          </p:nvPr>
        </p:nvSpPr>
        <p:spPr>
          <a:xfrm>
            <a:off x="1303800" y="1761450"/>
            <a:ext cx="4008900" cy="2541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La luz infrarroja permite lecturas de alta calidad al penetrar más profundamente que la luz verde utilizada en la mayoría de los dispositivos. </a:t>
            </a:r>
            <a:endParaRPr/>
          </a:p>
          <a:p>
            <a:pPr indent="0" lvl="0" marL="0" rtl="0" algn="l">
              <a:spcBef>
                <a:spcPts val="1200"/>
              </a:spcBef>
              <a:spcAft>
                <a:spcPts val="0"/>
              </a:spcAft>
              <a:buNone/>
            </a:pPr>
            <a:r>
              <a:rPr lang="es-419"/>
              <a:t>Esto prioriza la calidad de los datos, pero es sensible al movimiento. </a:t>
            </a:r>
            <a:endParaRPr/>
          </a:p>
          <a:p>
            <a:pPr indent="0" lvl="0" marL="0" rtl="0" algn="l">
              <a:spcBef>
                <a:spcPts val="1200"/>
              </a:spcBef>
              <a:spcAft>
                <a:spcPts val="1200"/>
              </a:spcAft>
              <a:buNone/>
            </a:pPr>
            <a:r>
              <a:rPr lang="es-419"/>
              <a:t>Por esta razón, las lecturas de frecuencia cardíaca de Oura ocurren solo cuando está durmiendo.</a:t>
            </a:r>
            <a:endParaRPr/>
          </a:p>
        </p:txBody>
      </p:sp>
      <p:sp>
        <p:nvSpPr>
          <p:cNvPr id="326" name="Google Shape;326;p19"/>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
        <p:nvSpPr>
          <p:cNvPr id="327" name="Google Shape;327;p19"/>
          <p:cNvSpPr txBox="1"/>
          <p:nvPr/>
        </p:nvSpPr>
        <p:spPr>
          <a:xfrm>
            <a:off x="800450" y="4547875"/>
            <a:ext cx="7537200" cy="3078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s-419" sz="800">
                <a:solidFill>
                  <a:srgbClr val="94B6BD"/>
                </a:solidFill>
              </a:rPr>
              <a:t>https://investor.fitbit.com/press-releases/press-release-details/2020/Fitbit-Announces-Large-Scale-Study-to-Identify-Atrial-Fibrillation/default.aspx</a:t>
            </a:r>
            <a:endParaRPr sz="800">
              <a:solidFill>
                <a:srgbClr val="94B6BD"/>
              </a:solidFill>
            </a:endParaRPr>
          </a:p>
        </p:txBody>
      </p:sp>
      <p:pic>
        <p:nvPicPr>
          <p:cNvPr id="328" name="Google Shape;328;p19"/>
          <p:cNvPicPr preferRelativeResize="0"/>
          <p:nvPr/>
        </p:nvPicPr>
        <p:blipFill>
          <a:blip r:embed="rId3">
            <a:alphaModFix/>
          </a:blip>
          <a:stretch>
            <a:fillRect/>
          </a:stretch>
        </p:blipFill>
        <p:spPr>
          <a:xfrm>
            <a:off x="6029525" y="1865297"/>
            <a:ext cx="2105500" cy="14129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20"/>
          <p:cNvSpPr txBox="1"/>
          <p:nvPr>
            <p:ph type="title"/>
          </p:nvPr>
        </p:nvSpPr>
        <p:spPr>
          <a:xfrm>
            <a:off x="824000" y="1613825"/>
            <a:ext cx="6386700" cy="18729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s-419"/>
              <a:t>5</a:t>
            </a:r>
            <a:r>
              <a:rPr lang="es-419"/>
              <a:t>.4 Extracción de </a:t>
            </a:r>
            <a:r>
              <a:rPr i="1" lang="es-419"/>
              <a:t>features</a:t>
            </a:r>
            <a:r>
              <a:rPr lang="es-419"/>
              <a:t> de bioseñales</a:t>
            </a:r>
            <a:endParaRPr/>
          </a:p>
        </p:txBody>
      </p:sp>
      <p:sp>
        <p:nvSpPr>
          <p:cNvPr id="334" name="Google Shape;334;p20"/>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8" name="Shape 338"/>
        <p:cNvGrpSpPr/>
        <p:nvPr/>
      </p:nvGrpSpPr>
      <p:grpSpPr>
        <a:xfrm>
          <a:off x="0" y="0"/>
          <a:ext cx="0" cy="0"/>
          <a:chOff x="0" y="0"/>
          <a:chExt cx="0" cy="0"/>
        </a:xfrm>
      </p:grpSpPr>
      <p:sp>
        <p:nvSpPr>
          <p:cNvPr id="339" name="Google Shape;339;p21"/>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Medición del </a:t>
            </a:r>
            <a:r>
              <a:rPr i="1" lang="es-419"/>
              <a:t>heart-rate</a:t>
            </a:r>
            <a:endParaRPr i="1"/>
          </a:p>
        </p:txBody>
      </p:sp>
      <p:sp>
        <p:nvSpPr>
          <p:cNvPr id="340" name="Google Shape;340;p21"/>
          <p:cNvSpPr txBox="1"/>
          <p:nvPr>
            <p:ph idx="1" type="body"/>
          </p:nvPr>
        </p:nvSpPr>
        <p:spPr>
          <a:xfrm>
            <a:off x="1303800" y="1761450"/>
            <a:ext cx="7030500" cy="2541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D</a:t>
            </a:r>
            <a:r>
              <a:rPr lang="es-419"/>
              <a:t>os formas </a:t>
            </a:r>
            <a:r>
              <a:rPr lang="es-419"/>
              <a:t>que se utilizan con frecuencia </a:t>
            </a:r>
            <a:r>
              <a:rPr lang="es-419"/>
              <a:t>para medir la frecuencia cardíaca son el electrocardiograma (ECG) y el fotopletismograma (PPG). </a:t>
            </a:r>
            <a:endParaRPr/>
          </a:p>
          <a:p>
            <a:pPr indent="0" lvl="0" marL="0" rtl="0" algn="l">
              <a:spcBef>
                <a:spcPts val="1200"/>
              </a:spcBef>
              <a:spcAft>
                <a:spcPts val="0"/>
              </a:spcAft>
              <a:buNone/>
            </a:pPr>
            <a:r>
              <a:rPr lang="es-419"/>
              <a:t>Muchos de los algoritmos disponibles en línea están diseñados para mediciones de ECG. Aplicar un algoritmo de ECG a los datos de PPG no necesariamente tiene sentido. </a:t>
            </a:r>
            <a:endParaRPr/>
          </a:p>
          <a:p>
            <a:pPr indent="0" lvl="0" marL="0" rtl="0" algn="l">
              <a:spcBef>
                <a:spcPts val="1200"/>
              </a:spcBef>
              <a:spcAft>
                <a:spcPts val="1200"/>
              </a:spcAft>
              <a:buNone/>
            </a:pPr>
            <a:r>
              <a:rPr lang="es-419"/>
              <a:t>Aunque tanto el ECG como el PPG son medidas de la actividad cardíaca, miden </a:t>
            </a:r>
            <a:r>
              <a:rPr b="1" lang="es-419"/>
              <a:t>constructos </a:t>
            </a:r>
            <a:r>
              <a:rPr lang="es-419"/>
              <a:t>muy diferentes.</a:t>
            </a:r>
            <a:endParaRPr/>
          </a:p>
        </p:txBody>
      </p:sp>
      <p:sp>
        <p:nvSpPr>
          <p:cNvPr id="341" name="Google Shape;341;p21"/>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
        <p:nvSpPr>
          <p:cNvPr id="342" name="Google Shape;342;p21"/>
          <p:cNvSpPr txBox="1"/>
          <p:nvPr/>
        </p:nvSpPr>
        <p:spPr>
          <a:xfrm>
            <a:off x="800450" y="4547875"/>
            <a:ext cx="7537200" cy="4311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s-419" sz="800">
                <a:solidFill>
                  <a:srgbClr val="94B6BD"/>
                </a:solidFill>
              </a:rPr>
              <a:t>Lee, J., Jeong, K., Yoon, J., &amp; Lee, M. (1996, October). A simple real-time QRS detection algorithm. </a:t>
            </a:r>
            <a:br>
              <a:rPr lang="es-419" sz="800">
                <a:solidFill>
                  <a:srgbClr val="94B6BD"/>
                </a:solidFill>
              </a:rPr>
            </a:br>
            <a:r>
              <a:rPr lang="es-419" sz="800">
                <a:solidFill>
                  <a:srgbClr val="94B6BD"/>
                </a:solidFill>
              </a:rPr>
              <a:t>In Proceedings of 18th Annual International Conference of the IEEE Engineering in Medicine and Biology Society (Vol. 4, pp. 1396-1398). IEEE.</a:t>
            </a:r>
            <a:endParaRPr sz="800">
              <a:solidFill>
                <a:srgbClr val="94B6BD"/>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6" name="Shape 346"/>
        <p:cNvGrpSpPr/>
        <p:nvPr/>
      </p:nvGrpSpPr>
      <p:grpSpPr>
        <a:xfrm>
          <a:off x="0" y="0"/>
          <a:ext cx="0" cy="0"/>
          <a:chOff x="0" y="0"/>
          <a:chExt cx="0" cy="0"/>
        </a:xfrm>
      </p:grpSpPr>
      <p:sp>
        <p:nvSpPr>
          <p:cNvPr id="347" name="Google Shape;347;p22"/>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sz="2400">
              <a:solidFill>
                <a:schemeClr val="accent2"/>
              </a:solidFill>
            </a:endParaRPr>
          </a:p>
          <a:p>
            <a:pPr indent="0" lvl="0" marL="0" rtl="0" algn="l">
              <a:spcBef>
                <a:spcPts val="0"/>
              </a:spcBef>
              <a:spcAft>
                <a:spcPts val="0"/>
              </a:spcAft>
              <a:buNone/>
            </a:pPr>
            <a:r>
              <a:rPr lang="es-419" sz="2400">
                <a:solidFill>
                  <a:schemeClr val="accent2"/>
                </a:solidFill>
              </a:rPr>
              <a:t>ECG vs. PPG</a:t>
            </a:r>
            <a:endParaRPr sz="2400">
              <a:solidFill>
                <a:schemeClr val="accent2"/>
              </a:solidFill>
            </a:endParaRPr>
          </a:p>
        </p:txBody>
      </p:sp>
      <p:sp>
        <p:nvSpPr>
          <p:cNvPr id="348" name="Google Shape;348;p22"/>
          <p:cNvSpPr txBox="1"/>
          <p:nvPr>
            <p:ph idx="1" type="body"/>
          </p:nvPr>
        </p:nvSpPr>
        <p:spPr>
          <a:xfrm>
            <a:off x="1303800" y="1761450"/>
            <a:ext cx="7030500" cy="2541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El ECG mide las activaciones eléctricas que conducen a la contracción del músculo cardíaco mediante electrodos adheridos al cuerpo (e.g. 12-lead ECG). </a:t>
            </a:r>
            <a:endParaRPr/>
          </a:p>
          <a:p>
            <a:pPr indent="0" lvl="0" marL="0" rtl="0" algn="l">
              <a:spcBef>
                <a:spcPts val="1200"/>
              </a:spcBef>
              <a:spcAft>
                <a:spcPts val="0"/>
              </a:spcAft>
              <a:buNone/>
            </a:pPr>
            <a:r>
              <a:rPr lang="es-419"/>
              <a:t>El PPG utiliza un pequeño sensor óptico junto con una fuente de luz para medir la decoloración de la piel a medida que la sangre la atraviesa después de cada latido del corazón. </a:t>
            </a:r>
            <a:endParaRPr/>
          </a:p>
          <a:p>
            <a:pPr indent="0" lvl="0" marL="0" rtl="0" algn="l">
              <a:spcBef>
                <a:spcPts val="1200"/>
              </a:spcBef>
              <a:spcAft>
                <a:spcPts val="1200"/>
              </a:spcAft>
              <a:buNone/>
            </a:pPr>
            <a:r>
              <a:rPr lang="es-419"/>
              <a:t>Esta medición de la activación eléctrica y las ondas de presión, respectivamente, conduce a propiedades de señal y ruido muy diferentes, que requieren herramientas especializadas para su procesamiento.</a:t>
            </a:r>
            <a:endParaRPr sz="1400"/>
          </a:p>
        </p:txBody>
      </p:sp>
      <p:sp>
        <p:nvSpPr>
          <p:cNvPr id="349" name="Google Shape;349;p22"/>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3" name="Shape 353"/>
        <p:cNvGrpSpPr/>
        <p:nvPr/>
      </p:nvGrpSpPr>
      <p:grpSpPr>
        <a:xfrm>
          <a:off x="0" y="0"/>
          <a:ext cx="0" cy="0"/>
          <a:chOff x="0" y="0"/>
          <a:chExt cx="0" cy="0"/>
        </a:xfrm>
      </p:grpSpPr>
      <p:sp>
        <p:nvSpPr>
          <p:cNvPr id="354" name="Google Shape;354;p23"/>
          <p:cNvSpPr txBox="1"/>
          <p:nvPr>
            <p:ph idx="1" type="body"/>
          </p:nvPr>
        </p:nvSpPr>
        <p:spPr>
          <a:xfrm>
            <a:off x="1303800" y="4138975"/>
            <a:ext cx="7147200" cy="5349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s-419"/>
              <a:t>Las f</a:t>
            </a:r>
            <a:r>
              <a:rPr lang="es-419"/>
              <a:t>iguras 1a. y1b. muestran la morfología de la forma de onda de ECG y PPG, respectivamente. La figura 1c. muestra la relación entre ambas señales.</a:t>
            </a:r>
            <a:endParaRPr/>
          </a:p>
        </p:txBody>
      </p:sp>
      <p:sp>
        <p:nvSpPr>
          <p:cNvPr id="355" name="Google Shape;355;p23"/>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pic>
        <p:nvPicPr>
          <p:cNvPr id="356" name="Google Shape;356;p23"/>
          <p:cNvPicPr preferRelativeResize="0"/>
          <p:nvPr/>
        </p:nvPicPr>
        <p:blipFill>
          <a:blip r:embed="rId3">
            <a:alphaModFix/>
          </a:blip>
          <a:stretch>
            <a:fillRect/>
          </a:stretch>
        </p:blipFill>
        <p:spPr>
          <a:xfrm>
            <a:off x="2138713" y="1215400"/>
            <a:ext cx="4866576" cy="27127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sp>
        <p:nvSpPr>
          <p:cNvPr id="361" name="Google Shape;361;p24"/>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sz="2400">
              <a:solidFill>
                <a:schemeClr val="accent2"/>
              </a:solidFill>
            </a:endParaRPr>
          </a:p>
          <a:p>
            <a:pPr indent="0" lvl="0" marL="0" rtl="0" algn="l">
              <a:spcBef>
                <a:spcPts val="0"/>
              </a:spcBef>
              <a:spcAft>
                <a:spcPts val="0"/>
              </a:spcAft>
              <a:buNone/>
            </a:pPr>
            <a:r>
              <a:rPr lang="es-419" sz="2400">
                <a:solidFill>
                  <a:schemeClr val="accent2"/>
                </a:solidFill>
              </a:rPr>
              <a:t>ECG</a:t>
            </a:r>
            <a:endParaRPr sz="2400">
              <a:solidFill>
                <a:schemeClr val="accent2"/>
              </a:solidFill>
            </a:endParaRPr>
          </a:p>
        </p:txBody>
      </p:sp>
      <p:sp>
        <p:nvSpPr>
          <p:cNvPr id="362" name="Google Shape;362;p24"/>
          <p:cNvSpPr txBox="1"/>
          <p:nvPr>
            <p:ph idx="1" type="body"/>
          </p:nvPr>
        </p:nvSpPr>
        <p:spPr>
          <a:xfrm>
            <a:off x="1303800" y="1761450"/>
            <a:ext cx="7030500" cy="2541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Lo más notable en el ECG es el complejo QRS, que representa la activación eléctrica que hace que los ventrículos se contraigan y expulsen la sangre del músculo cardíaco. El pico R es el punto de </a:t>
            </a:r>
            <a:r>
              <a:rPr b="1" lang="es-419"/>
              <a:t>mayor amplitud</a:t>
            </a:r>
            <a:r>
              <a:rPr lang="es-419"/>
              <a:t> en la señal. </a:t>
            </a:r>
            <a:endParaRPr/>
          </a:p>
          <a:p>
            <a:pPr indent="0" lvl="0" marL="0" rtl="0" algn="l">
              <a:spcBef>
                <a:spcPts val="1200"/>
              </a:spcBef>
              <a:spcAft>
                <a:spcPts val="0"/>
              </a:spcAft>
              <a:buNone/>
            </a:pPr>
            <a:r>
              <a:rPr b="1" lang="es-419"/>
              <a:t>Las ventajas</a:t>
            </a:r>
            <a:r>
              <a:rPr lang="es-419"/>
              <a:t> del ECG son que proporciona una buena relación señal/ruido, y el pico R, que es el de mayor interés, generalmente tiene una gran amplitud. </a:t>
            </a:r>
            <a:endParaRPr/>
          </a:p>
          <a:p>
            <a:pPr indent="0" lvl="0" marL="0" rtl="0" algn="l">
              <a:spcBef>
                <a:spcPts val="1200"/>
              </a:spcBef>
              <a:spcAft>
                <a:spcPts val="1200"/>
              </a:spcAft>
              <a:buNone/>
            </a:pPr>
            <a:r>
              <a:rPr lang="es-419"/>
              <a:t>La principal </a:t>
            </a:r>
            <a:r>
              <a:rPr b="1" lang="es-419"/>
              <a:t>desventaja </a:t>
            </a:r>
            <a:r>
              <a:rPr lang="es-419"/>
              <a:t>es que la medición del ECG es invasiva. Requiere la conexión de electrodos cableados al pecho del participante, lo que puede interferir con tareas experimentales como conducir.</a:t>
            </a:r>
            <a:endParaRPr sz="1400"/>
          </a:p>
        </p:txBody>
      </p:sp>
      <p:sp>
        <p:nvSpPr>
          <p:cNvPr id="363" name="Google Shape;363;p24"/>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sp>
        <p:nvSpPr>
          <p:cNvPr id="368" name="Google Shape;368;p25"/>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sz="2400">
              <a:solidFill>
                <a:schemeClr val="accent2"/>
              </a:solidFill>
            </a:endParaRPr>
          </a:p>
          <a:p>
            <a:pPr indent="0" lvl="0" marL="0" rtl="0" algn="l">
              <a:spcBef>
                <a:spcPts val="0"/>
              </a:spcBef>
              <a:spcAft>
                <a:spcPts val="0"/>
              </a:spcAft>
              <a:buNone/>
            </a:pPr>
            <a:r>
              <a:rPr lang="es-419" sz="2400">
                <a:solidFill>
                  <a:schemeClr val="accent2"/>
                </a:solidFill>
              </a:rPr>
              <a:t>PPG</a:t>
            </a:r>
            <a:endParaRPr sz="2400">
              <a:solidFill>
                <a:schemeClr val="accent2"/>
              </a:solidFill>
            </a:endParaRPr>
          </a:p>
        </p:txBody>
      </p:sp>
      <p:sp>
        <p:nvSpPr>
          <p:cNvPr id="369" name="Google Shape;369;p25"/>
          <p:cNvSpPr txBox="1"/>
          <p:nvPr>
            <p:ph idx="1" type="body"/>
          </p:nvPr>
        </p:nvSpPr>
        <p:spPr>
          <a:xfrm>
            <a:off x="1303800" y="1761450"/>
            <a:ext cx="7030500" cy="2541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El PPG mide la decoloración de la piel a medida que la sangre circula por los capilares y las arterias después de cada latido del corazón. La señal consta de: </a:t>
            </a:r>
            <a:endParaRPr/>
          </a:p>
          <a:p>
            <a:pPr indent="-317500" lvl="0" marL="457200" rtl="0" algn="l">
              <a:spcBef>
                <a:spcPts val="1200"/>
              </a:spcBef>
              <a:spcAft>
                <a:spcPts val="0"/>
              </a:spcAft>
              <a:buSzPts val="1400"/>
              <a:buChar char="●"/>
            </a:pPr>
            <a:r>
              <a:rPr lang="es-419"/>
              <a:t>el pico sistólico (I), </a:t>
            </a:r>
            <a:endParaRPr/>
          </a:p>
          <a:p>
            <a:pPr indent="-317500" lvl="0" marL="457200" rtl="0" algn="l">
              <a:spcBef>
                <a:spcPts val="0"/>
              </a:spcBef>
              <a:spcAft>
                <a:spcPts val="0"/>
              </a:spcAft>
              <a:buSzPts val="1400"/>
              <a:buChar char="●"/>
            </a:pPr>
            <a:r>
              <a:rPr lang="es-419"/>
              <a:t>la muesca dicrótica (II), y </a:t>
            </a:r>
            <a:endParaRPr/>
          </a:p>
          <a:p>
            <a:pPr indent="-317500" lvl="0" marL="457200" rtl="0" algn="l">
              <a:spcBef>
                <a:spcPts val="0"/>
              </a:spcBef>
              <a:spcAft>
                <a:spcPts val="0"/>
              </a:spcAft>
              <a:buSzPts val="1400"/>
              <a:buChar char="●"/>
            </a:pPr>
            <a:r>
              <a:rPr lang="es-419"/>
              <a:t>el pico diastólico (III). </a:t>
            </a:r>
            <a:endParaRPr/>
          </a:p>
          <a:p>
            <a:pPr indent="0" lvl="0" marL="0" rtl="0" algn="l">
              <a:spcBef>
                <a:spcPts val="1200"/>
              </a:spcBef>
              <a:spcAft>
                <a:spcPts val="1200"/>
              </a:spcAft>
              <a:buNone/>
            </a:pPr>
            <a:r>
              <a:rPr lang="es-419"/>
              <a:t>Al extraer los latidos del corazón, se utilizan los picos sistólicos (I). Los sensores PPG ofrecen una forma menos invasiva de medir los datos de frecuencia cardíaca, lo cual es una de sus principales </a:t>
            </a:r>
            <a:r>
              <a:rPr b="1" lang="es-419"/>
              <a:t>ventajas</a:t>
            </a:r>
            <a:r>
              <a:rPr lang="es-419"/>
              <a:t>. </a:t>
            </a:r>
            <a:endParaRPr sz="1400"/>
          </a:p>
        </p:txBody>
      </p:sp>
      <p:sp>
        <p:nvSpPr>
          <p:cNvPr id="370" name="Google Shape;370;p25"/>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4" name="Shape 374"/>
        <p:cNvGrpSpPr/>
        <p:nvPr/>
      </p:nvGrpSpPr>
      <p:grpSpPr>
        <a:xfrm>
          <a:off x="0" y="0"/>
          <a:ext cx="0" cy="0"/>
          <a:chOff x="0" y="0"/>
          <a:chExt cx="0" cy="0"/>
        </a:xfrm>
      </p:grpSpPr>
      <p:sp>
        <p:nvSpPr>
          <p:cNvPr id="375" name="Google Shape;375;p26"/>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sz="2400">
              <a:solidFill>
                <a:schemeClr val="accent2"/>
              </a:solidFill>
            </a:endParaRPr>
          </a:p>
          <a:p>
            <a:pPr indent="0" lvl="0" marL="0" rtl="0" algn="l">
              <a:spcBef>
                <a:spcPts val="0"/>
              </a:spcBef>
              <a:spcAft>
                <a:spcPts val="0"/>
              </a:spcAft>
              <a:buNone/>
            </a:pPr>
            <a:r>
              <a:rPr lang="es-419" sz="2400">
                <a:solidFill>
                  <a:schemeClr val="accent2"/>
                </a:solidFill>
              </a:rPr>
              <a:t>PPG</a:t>
            </a:r>
            <a:endParaRPr sz="2400">
              <a:solidFill>
                <a:schemeClr val="accent2"/>
              </a:solidFill>
            </a:endParaRPr>
          </a:p>
        </p:txBody>
      </p:sp>
      <p:sp>
        <p:nvSpPr>
          <p:cNvPr id="376" name="Google Shape;376;p26"/>
          <p:cNvSpPr txBox="1"/>
          <p:nvPr>
            <p:ph idx="1" type="body"/>
          </p:nvPr>
        </p:nvSpPr>
        <p:spPr>
          <a:xfrm>
            <a:off x="1303800" y="1761450"/>
            <a:ext cx="7030500" cy="2541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Por lo general, los sensores se colocan en la yema del dedo, el lóbulo de la oreja o en la muñeca con un brazalete. Se han propuesto</a:t>
            </a:r>
            <a:r>
              <a:rPr lang="es-419"/>
              <a:t> sistemas basados en cámaras, los cuales</a:t>
            </a:r>
            <a:r>
              <a:rPr lang="es-419"/>
              <a:t> ofrece</a:t>
            </a:r>
            <a:r>
              <a:rPr lang="es-419"/>
              <a:t>n</a:t>
            </a:r>
            <a:r>
              <a:rPr lang="es-419"/>
              <a:t> formas no obstrusivas de adquirir la señal PPG. </a:t>
            </a:r>
            <a:endParaRPr/>
          </a:p>
          <a:p>
            <a:pPr indent="0" lvl="0" marL="0" rtl="0" algn="l">
              <a:spcBef>
                <a:spcPts val="1200"/>
              </a:spcBef>
              <a:spcAft>
                <a:spcPts val="0"/>
              </a:spcAft>
              <a:buNone/>
            </a:pPr>
            <a:r>
              <a:rPr lang="es-419"/>
              <a:t>Las señales PPG tienen las </a:t>
            </a:r>
            <a:r>
              <a:rPr b="1" lang="es-419"/>
              <a:t>desventajas</a:t>
            </a:r>
            <a:r>
              <a:rPr lang="es-419"/>
              <a:t> de mostrar más ruido, grandes variaciones de amplitud, y la morfología de los picos muestra una variación más amplia. </a:t>
            </a:r>
            <a:endParaRPr/>
          </a:p>
          <a:p>
            <a:pPr indent="0" lvl="0" marL="0" rtl="0" algn="l">
              <a:spcBef>
                <a:spcPts val="1200"/>
              </a:spcBef>
              <a:spcAft>
                <a:spcPts val="1200"/>
              </a:spcAft>
              <a:buNone/>
            </a:pPr>
            <a:r>
              <a:rPr lang="es-419"/>
              <a:t>Esto complica el análisis de la señal, especialmente cuando se utiliza un software diseñado para ECG, que generalmente compete a las herramientas de código abierto disponibles.</a:t>
            </a:r>
            <a:endParaRPr sz="1400"/>
          </a:p>
        </p:txBody>
      </p:sp>
      <p:sp>
        <p:nvSpPr>
          <p:cNvPr id="377" name="Google Shape;377;p26"/>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
        <p:nvSpPr>
          <p:cNvPr id="378" name="Google Shape;378;p26"/>
          <p:cNvSpPr txBox="1"/>
          <p:nvPr/>
        </p:nvSpPr>
        <p:spPr>
          <a:xfrm>
            <a:off x="800450" y="4547875"/>
            <a:ext cx="7537200" cy="4311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s-419" sz="800">
                <a:solidFill>
                  <a:srgbClr val="94B6BD"/>
                </a:solidFill>
              </a:rPr>
              <a:t>McDuff, D. J., Estepp, J. R., Piasecki, A. M., &amp; Blackford, E. B. (2015, August). A survey of remote optical photoplethysmographic imaging methods. </a:t>
            </a:r>
            <a:br>
              <a:rPr lang="es-419" sz="800">
                <a:solidFill>
                  <a:srgbClr val="94B6BD"/>
                </a:solidFill>
              </a:rPr>
            </a:br>
            <a:r>
              <a:rPr lang="es-419" sz="800">
                <a:solidFill>
                  <a:srgbClr val="94B6BD"/>
                </a:solidFill>
              </a:rPr>
              <a:t>In 2015 37th annual international conference of the IEEE engineering in medicine and biology society (EMBC) (pp. 6398-6404). IEEE.</a:t>
            </a:r>
            <a:endParaRPr sz="800">
              <a:solidFill>
                <a:srgbClr val="94B6BD"/>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sp>
        <p:nvSpPr>
          <p:cNvPr id="383" name="Google Shape;383;p27"/>
          <p:cNvSpPr txBox="1"/>
          <p:nvPr>
            <p:ph idx="1" type="body"/>
          </p:nvPr>
        </p:nvSpPr>
        <p:spPr>
          <a:xfrm>
            <a:off x="1303800" y="4138975"/>
            <a:ext cx="7147200" cy="722400"/>
          </a:xfrm>
          <a:prstGeom prst="rect">
            <a:avLst/>
          </a:prstGeom>
        </p:spPr>
        <p:txBody>
          <a:bodyPr anchorCtr="0" anchor="t" bIns="91425" lIns="91425" spcFirstLastPara="1" rIns="91425" wrap="square" tIns="91425">
            <a:normAutofit fontScale="85000" lnSpcReduction="20000"/>
          </a:bodyPr>
          <a:lstStyle/>
          <a:p>
            <a:pPr indent="0" lvl="0" marL="0" rtl="0" algn="l">
              <a:spcBef>
                <a:spcPts val="0"/>
              </a:spcBef>
              <a:spcAft>
                <a:spcPts val="0"/>
              </a:spcAft>
              <a:buNone/>
            </a:pPr>
            <a:r>
              <a:rPr lang="es-419"/>
              <a:t>La señal de ECG (arriba) muestra un complejo QRS con poca variación de amplitud. La señal PPG medida simultáneamente mientras el paciente está en reposo (enmedio) muestra variación de amplitud con una morfología estable. Al medir PPG en un simulador de conducción utilizando sensores de bajo costo (abajo), es visible una variación de la morfología de la amplitud y la forma de onda.</a:t>
            </a:r>
            <a:endParaRPr/>
          </a:p>
        </p:txBody>
      </p:sp>
      <p:sp>
        <p:nvSpPr>
          <p:cNvPr id="384" name="Google Shape;384;p27"/>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pic>
        <p:nvPicPr>
          <p:cNvPr id="385" name="Google Shape;385;p27"/>
          <p:cNvPicPr preferRelativeResize="0"/>
          <p:nvPr/>
        </p:nvPicPr>
        <p:blipFill>
          <a:blip r:embed="rId3">
            <a:alphaModFix/>
          </a:blip>
          <a:stretch>
            <a:fillRect/>
          </a:stretch>
        </p:blipFill>
        <p:spPr>
          <a:xfrm>
            <a:off x="2150298" y="715898"/>
            <a:ext cx="4843401" cy="3080774"/>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9" name="Shape 389"/>
        <p:cNvGrpSpPr/>
        <p:nvPr/>
      </p:nvGrpSpPr>
      <p:grpSpPr>
        <a:xfrm>
          <a:off x="0" y="0"/>
          <a:ext cx="0" cy="0"/>
          <a:chOff x="0" y="0"/>
          <a:chExt cx="0" cy="0"/>
        </a:xfrm>
      </p:grpSpPr>
      <p:sp>
        <p:nvSpPr>
          <p:cNvPr id="390" name="Google Shape;390;p28"/>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Precisión en la detección de picos</a:t>
            </a:r>
            <a:endParaRPr i="1"/>
          </a:p>
        </p:txBody>
      </p:sp>
      <p:sp>
        <p:nvSpPr>
          <p:cNvPr id="391" name="Google Shape;391;p28"/>
          <p:cNvSpPr txBox="1"/>
          <p:nvPr>
            <p:ph idx="1" type="body"/>
          </p:nvPr>
        </p:nvSpPr>
        <p:spPr>
          <a:xfrm>
            <a:off x="1303800" y="1761450"/>
            <a:ext cx="7030500" cy="2541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Al analizar la frecuencia cardíaca, el asunto crucial radica en la precisión del etiquetado de la posición máxima que se utiliza.</a:t>
            </a:r>
            <a:endParaRPr/>
          </a:p>
          <a:p>
            <a:pPr indent="0" lvl="0" marL="0" rtl="0" algn="l">
              <a:spcBef>
                <a:spcPts val="1200"/>
              </a:spcBef>
              <a:spcAft>
                <a:spcPts val="0"/>
              </a:spcAft>
              <a:buNone/>
            </a:pPr>
            <a:r>
              <a:rPr lang="es-419"/>
              <a:t>Para</a:t>
            </a:r>
            <a:r>
              <a:rPr lang="es-419"/>
              <a:t> extraer los latidos por minuto (</a:t>
            </a:r>
            <a:r>
              <a:rPr b="1" lang="es-419"/>
              <a:t>BPM</a:t>
            </a:r>
            <a:r>
              <a:rPr lang="es-419"/>
              <a:t>), la ubicación exacta de los picos no es crucial. El BPM es una medida </a:t>
            </a:r>
            <a:r>
              <a:rPr lang="es-419"/>
              <a:t>agregada</a:t>
            </a:r>
            <a:r>
              <a:rPr lang="es-419"/>
              <a:t>, que se calcula como el intervalo promedio de latido a latido en toda la señal analizada (segmento). Esto la hace bastante robusto a los valores</a:t>
            </a:r>
            <a:r>
              <a:rPr lang="es-419"/>
              <a:t> </a:t>
            </a:r>
            <a:r>
              <a:rPr lang="es-419"/>
              <a:t>atípicos.</a:t>
            </a:r>
            <a:endParaRPr/>
          </a:p>
          <a:p>
            <a:pPr indent="0" lvl="0" marL="0" rtl="0" algn="l">
              <a:spcBef>
                <a:spcPts val="1200"/>
              </a:spcBef>
              <a:spcAft>
                <a:spcPts val="1200"/>
              </a:spcAft>
              <a:buNone/>
            </a:pPr>
            <a:r>
              <a:rPr lang="es-419"/>
              <a:t>Sin embargo, cuando se extrae la variabilidad de la frecuencia cardíaca (</a:t>
            </a:r>
            <a:r>
              <a:rPr b="1" lang="es-419"/>
              <a:t>HRV</a:t>
            </a:r>
            <a:r>
              <a:rPr lang="es-419"/>
              <a:t>), las posiciones máximas (picos) son cruciales. </a:t>
            </a:r>
            <a:endParaRPr/>
          </a:p>
        </p:txBody>
      </p:sp>
      <p:sp>
        <p:nvSpPr>
          <p:cNvPr id="392" name="Google Shape;392;p28"/>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6" name="Shape 396"/>
        <p:cNvGrpSpPr/>
        <p:nvPr/>
      </p:nvGrpSpPr>
      <p:grpSpPr>
        <a:xfrm>
          <a:off x="0" y="0"/>
          <a:ext cx="0" cy="0"/>
          <a:chOff x="0" y="0"/>
          <a:chExt cx="0" cy="0"/>
        </a:xfrm>
      </p:grpSpPr>
      <p:sp>
        <p:nvSpPr>
          <p:cNvPr id="397" name="Google Shape;397;p29"/>
          <p:cNvSpPr txBox="1"/>
          <p:nvPr>
            <p:ph idx="1" type="body"/>
          </p:nvPr>
        </p:nvSpPr>
        <p:spPr>
          <a:xfrm>
            <a:off x="1303800" y="4138975"/>
            <a:ext cx="7147200" cy="5670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s-419"/>
              <a:t>La </a:t>
            </a:r>
            <a:r>
              <a:rPr lang="es-419"/>
              <a:t>Imagen muestra el resultado de detección de los picos de interés, así como el cálculo de la medida RMSSD. La medida SDSD es la desviación estándar entre diferencias sucesivas</a:t>
            </a:r>
            <a:endParaRPr/>
          </a:p>
        </p:txBody>
      </p:sp>
      <p:sp>
        <p:nvSpPr>
          <p:cNvPr id="398" name="Google Shape;398;p29"/>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pic>
        <p:nvPicPr>
          <p:cNvPr id="399" name="Google Shape;399;p29"/>
          <p:cNvPicPr preferRelativeResize="0"/>
          <p:nvPr/>
        </p:nvPicPr>
        <p:blipFill>
          <a:blip r:embed="rId3">
            <a:alphaModFix/>
          </a:blip>
          <a:stretch>
            <a:fillRect/>
          </a:stretch>
        </p:blipFill>
        <p:spPr>
          <a:xfrm>
            <a:off x="3348012" y="979363"/>
            <a:ext cx="2447975" cy="2879974"/>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3" name="Shape 403"/>
        <p:cNvGrpSpPr/>
        <p:nvPr/>
      </p:nvGrpSpPr>
      <p:grpSpPr>
        <a:xfrm>
          <a:off x="0" y="0"/>
          <a:ext cx="0" cy="0"/>
          <a:chOff x="0" y="0"/>
          <a:chExt cx="0" cy="0"/>
        </a:xfrm>
      </p:grpSpPr>
      <p:sp>
        <p:nvSpPr>
          <p:cNvPr id="404" name="Google Shape;404;p30"/>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sz="2400">
              <a:solidFill>
                <a:schemeClr val="accent2"/>
              </a:solidFill>
            </a:endParaRPr>
          </a:p>
          <a:p>
            <a:pPr indent="0" lvl="0" marL="0" rtl="0" algn="l">
              <a:spcBef>
                <a:spcPts val="0"/>
              </a:spcBef>
              <a:spcAft>
                <a:spcPts val="0"/>
              </a:spcAft>
              <a:buNone/>
            </a:pPr>
            <a:r>
              <a:rPr lang="es-419" sz="2400">
                <a:solidFill>
                  <a:schemeClr val="accent2"/>
                </a:solidFill>
              </a:rPr>
              <a:t>Posibles errores</a:t>
            </a:r>
            <a:endParaRPr sz="2400">
              <a:solidFill>
                <a:schemeClr val="accent2"/>
              </a:solidFill>
            </a:endParaRPr>
          </a:p>
        </p:txBody>
      </p:sp>
      <p:sp>
        <p:nvSpPr>
          <p:cNvPr id="405" name="Google Shape;405;p30"/>
          <p:cNvSpPr txBox="1"/>
          <p:nvPr>
            <p:ph idx="1" type="body"/>
          </p:nvPr>
        </p:nvSpPr>
        <p:spPr>
          <a:xfrm>
            <a:off x="1303800" y="1761450"/>
            <a:ext cx="7030500" cy="2541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Ahora considere que dos posibles errores: </a:t>
            </a:r>
            <a:endParaRPr/>
          </a:p>
          <a:p>
            <a:pPr indent="-317500" lvl="0" marL="457200" rtl="0" algn="l">
              <a:spcBef>
                <a:spcPts val="1200"/>
              </a:spcBef>
              <a:spcAft>
                <a:spcPts val="0"/>
              </a:spcAft>
              <a:buSzPts val="1400"/>
              <a:buChar char="●"/>
            </a:pPr>
            <a:r>
              <a:rPr lang="es-419"/>
              <a:t>no se detecta un latido (perdido), o</a:t>
            </a:r>
            <a:endParaRPr/>
          </a:p>
          <a:p>
            <a:pPr indent="-317500" lvl="0" marL="457200" rtl="0" algn="l">
              <a:spcBef>
                <a:spcPts val="0"/>
              </a:spcBef>
              <a:spcAft>
                <a:spcPts val="0"/>
              </a:spcAft>
              <a:buSzPts val="1400"/>
              <a:buChar char="●"/>
            </a:pPr>
            <a:r>
              <a:rPr lang="es-419"/>
              <a:t>se coloca un latido en una posición de tiempo incorrecta (incorrectamente colocado). </a:t>
            </a:r>
            <a:endParaRPr/>
          </a:p>
          <a:p>
            <a:pPr indent="0" lvl="0" marL="0" rtl="0" algn="l">
              <a:spcBef>
                <a:spcPts val="1200"/>
              </a:spcBef>
              <a:spcAft>
                <a:spcPts val="1200"/>
              </a:spcAft>
              <a:buNone/>
            </a:pPr>
            <a:r>
              <a:rPr lang="es-419"/>
              <a:t>Estos tendrán un efecto en las medidas de salida HRV calculadas, que son muy sensibles a los valores atípicos, ya que están diseñadas para capturar ligeras variaciones entre los intervalos pico a pico en la señal de frecuencia cardíaca.</a:t>
            </a:r>
            <a:endParaRPr sz="1400"/>
          </a:p>
        </p:txBody>
      </p:sp>
      <p:sp>
        <p:nvSpPr>
          <p:cNvPr id="406" name="Google Shape;406;p30"/>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0" name="Shape 410"/>
        <p:cNvGrpSpPr/>
        <p:nvPr/>
      </p:nvGrpSpPr>
      <p:grpSpPr>
        <a:xfrm>
          <a:off x="0" y="0"/>
          <a:ext cx="0" cy="0"/>
          <a:chOff x="0" y="0"/>
          <a:chExt cx="0" cy="0"/>
        </a:xfrm>
      </p:grpSpPr>
      <p:sp>
        <p:nvSpPr>
          <p:cNvPr id="411" name="Google Shape;411;p31"/>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Feature extraction process</a:t>
            </a:r>
            <a:endParaRPr/>
          </a:p>
        </p:txBody>
      </p:sp>
      <p:sp>
        <p:nvSpPr>
          <p:cNvPr id="412" name="Google Shape;412;p31"/>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pic>
        <p:nvPicPr>
          <p:cNvPr id="413" name="Google Shape;413;p31"/>
          <p:cNvPicPr preferRelativeResize="0"/>
          <p:nvPr/>
        </p:nvPicPr>
        <p:blipFill>
          <a:blip r:embed="rId3">
            <a:alphaModFix/>
          </a:blip>
          <a:stretch>
            <a:fillRect/>
          </a:stretch>
        </p:blipFill>
        <p:spPr>
          <a:xfrm>
            <a:off x="1323375" y="1757325"/>
            <a:ext cx="6991350" cy="2114550"/>
          </a:xfrm>
          <a:prstGeom prst="rect">
            <a:avLst/>
          </a:prstGeom>
          <a:noFill/>
          <a:ln>
            <a:noFill/>
          </a:ln>
        </p:spPr>
      </p:pic>
      <p:sp>
        <p:nvSpPr>
          <p:cNvPr id="414" name="Google Shape;414;p31"/>
          <p:cNvSpPr txBox="1"/>
          <p:nvPr/>
        </p:nvSpPr>
        <p:spPr>
          <a:xfrm>
            <a:off x="800450" y="4547875"/>
            <a:ext cx="7537200" cy="4311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s-419" sz="800">
                <a:solidFill>
                  <a:srgbClr val="94B6BD"/>
                </a:solidFill>
              </a:rPr>
              <a:t>Hammad, M., Zhang, S., &amp; Wang, K. (2019). A novel two-dimensional ECG feature extraction and classification algorithm based on convolution neural network for human authentication. Future Generation Computer Systems, 101, 180-196</a:t>
            </a:r>
            <a:endParaRPr sz="800">
              <a:solidFill>
                <a:srgbClr val="94B6BD"/>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8" name="Shape 418"/>
        <p:cNvGrpSpPr/>
        <p:nvPr/>
      </p:nvGrpSpPr>
      <p:grpSpPr>
        <a:xfrm>
          <a:off x="0" y="0"/>
          <a:ext cx="0" cy="0"/>
          <a:chOff x="0" y="0"/>
          <a:chExt cx="0" cy="0"/>
        </a:xfrm>
      </p:grpSpPr>
      <p:sp>
        <p:nvSpPr>
          <p:cNvPr id="419" name="Google Shape;419;p32"/>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sz="2400">
              <a:solidFill>
                <a:schemeClr val="dk1"/>
              </a:solidFill>
            </a:endParaRPr>
          </a:p>
          <a:p>
            <a:pPr indent="0" lvl="0" marL="0" rtl="0" algn="l">
              <a:spcBef>
                <a:spcPts val="0"/>
              </a:spcBef>
              <a:spcAft>
                <a:spcPts val="0"/>
              </a:spcAft>
              <a:buNone/>
            </a:pPr>
            <a:r>
              <a:rPr lang="es-419" sz="2400">
                <a:solidFill>
                  <a:schemeClr val="dk1"/>
                </a:solidFill>
              </a:rPr>
              <a:t>HeartPy - Python Heart Rate Analysis</a:t>
            </a:r>
            <a:endParaRPr/>
          </a:p>
        </p:txBody>
      </p:sp>
      <p:sp>
        <p:nvSpPr>
          <p:cNvPr id="420" name="Google Shape;420;p32"/>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
        <p:nvSpPr>
          <p:cNvPr id="421" name="Google Shape;421;p32"/>
          <p:cNvSpPr txBox="1"/>
          <p:nvPr/>
        </p:nvSpPr>
        <p:spPr>
          <a:xfrm>
            <a:off x="800450" y="4547875"/>
            <a:ext cx="7537200" cy="3078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s-419" sz="800">
                <a:solidFill>
                  <a:srgbClr val="94B6BD"/>
                </a:solidFill>
              </a:rPr>
              <a:t>https://python-heart-rate-analysis-toolkit.readthedocs.io/en/latest/index.html</a:t>
            </a:r>
            <a:endParaRPr sz="800">
              <a:solidFill>
                <a:srgbClr val="94B6BD"/>
              </a:solidFill>
            </a:endParaRPr>
          </a:p>
        </p:txBody>
      </p:sp>
      <p:sp>
        <p:nvSpPr>
          <p:cNvPr id="422" name="Google Shape;422;p32"/>
          <p:cNvSpPr txBox="1"/>
          <p:nvPr>
            <p:ph idx="1" type="body"/>
          </p:nvPr>
        </p:nvSpPr>
        <p:spPr>
          <a:xfrm>
            <a:off x="1303800" y="1761450"/>
            <a:ext cx="7030500" cy="25416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s-419"/>
              <a:t>Es un </a:t>
            </a:r>
            <a:r>
              <a:rPr i="1" lang="es-419"/>
              <a:t>toolkit</a:t>
            </a:r>
            <a:r>
              <a:rPr lang="es-419"/>
              <a:t> para el análisis de frecuencia cardíaca con capacidades de procesamiento y análisis de señales de frecuencia cardíaca (ECG o PPG) recopiladas en entornos ruidosos.</a:t>
            </a:r>
            <a:endParaRPr sz="1400"/>
          </a:p>
        </p:txBody>
      </p:sp>
      <p:pic>
        <p:nvPicPr>
          <p:cNvPr id="423" name="Google Shape;423;p32"/>
          <p:cNvPicPr preferRelativeResize="0"/>
          <p:nvPr/>
        </p:nvPicPr>
        <p:blipFill>
          <a:blip r:embed="rId3">
            <a:alphaModFix/>
          </a:blip>
          <a:stretch>
            <a:fillRect/>
          </a:stretch>
        </p:blipFill>
        <p:spPr>
          <a:xfrm>
            <a:off x="3210680" y="2683142"/>
            <a:ext cx="2722625" cy="141245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 name="Shape 427"/>
        <p:cNvGrpSpPr/>
        <p:nvPr/>
      </p:nvGrpSpPr>
      <p:grpSpPr>
        <a:xfrm>
          <a:off x="0" y="0"/>
          <a:ext cx="0" cy="0"/>
          <a:chOff x="0" y="0"/>
          <a:chExt cx="0" cy="0"/>
        </a:xfrm>
      </p:grpSpPr>
      <p:sp>
        <p:nvSpPr>
          <p:cNvPr id="428" name="Google Shape;428;p33"/>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sz="2400">
              <a:solidFill>
                <a:schemeClr val="dk1"/>
              </a:solidFill>
            </a:endParaRPr>
          </a:p>
          <a:p>
            <a:pPr indent="0" lvl="0" marL="0" rtl="0" algn="l">
              <a:spcBef>
                <a:spcPts val="0"/>
              </a:spcBef>
              <a:spcAft>
                <a:spcPts val="0"/>
              </a:spcAft>
              <a:buNone/>
            </a:pPr>
            <a:r>
              <a:rPr lang="es-419" sz="2400">
                <a:solidFill>
                  <a:schemeClr val="dk1"/>
                </a:solidFill>
              </a:rPr>
              <a:t>Clipping detection and interpolation</a:t>
            </a:r>
            <a:endParaRPr sz="2400">
              <a:solidFill>
                <a:schemeClr val="dk1"/>
              </a:solidFill>
            </a:endParaRPr>
          </a:p>
        </p:txBody>
      </p:sp>
      <p:sp>
        <p:nvSpPr>
          <p:cNvPr id="429" name="Google Shape;429;p33"/>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
        <p:nvSpPr>
          <p:cNvPr id="430" name="Google Shape;430;p33"/>
          <p:cNvSpPr txBox="1"/>
          <p:nvPr>
            <p:ph idx="1" type="body"/>
          </p:nvPr>
        </p:nvSpPr>
        <p:spPr>
          <a:xfrm>
            <a:off x="1303800" y="1761450"/>
            <a:ext cx="3430500" cy="2541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Cada vez que una medición excede el rango de sensibilidad de un sensor, o cuando se digitaliza una señal analógica, puede ocurrir un recorte (</a:t>
            </a:r>
            <a:r>
              <a:rPr i="1" lang="es-419"/>
              <a:t>clipping</a:t>
            </a:r>
            <a:r>
              <a:rPr lang="es-419"/>
              <a:t>). </a:t>
            </a:r>
            <a:endParaRPr/>
          </a:p>
          <a:p>
            <a:pPr indent="0" lvl="0" marL="0" rtl="0" algn="l">
              <a:spcBef>
                <a:spcPts val="1200"/>
              </a:spcBef>
              <a:spcAft>
                <a:spcPts val="1200"/>
              </a:spcAft>
              <a:buNone/>
            </a:pPr>
            <a:r>
              <a:rPr lang="es-419"/>
              <a:t>El recorte en este caso significa que los picos se aplanan porque la señal continúa fuera de los límites del sensor que está utilizando.</a:t>
            </a:r>
            <a:endParaRPr sz="1400"/>
          </a:p>
        </p:txBody>
      </p:sp>
      <p:pic>
        <p:nvPicPr>
          <p:cNvPr id="431" name="Google Shape;431;p33"/>
          <p:cNvPicPr preferRelativeResize="0"/>
          <p:nvPr/>
        </p:nvPicPr>
        <p:blipFill>
          <a:blip r:embed="rId3">
            <a:alphaModFix/>
          </a:blip>
          <a:stretch>
            <a:fillRect/>
          </a:stretch>
        </p:blipFill>
        <p:spPr>
          <a:xfrm>
            <a:off x="5863000" y="1945850"/>
            <a:ext cx="1744075" cy="174407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5" name="Shape 435"/>
        <p:cNvGrpSpPr/>
        <p:nvPr/>
      </p:nvGrpSpPr>
      <p:grpSpPr>
        <a:xfrm>
          <a:off x="0" y="0"/>
          <a:ext cx="0" cy="0"/>
          <a:chOff x="0" y="0"/>
          <a:chExt cx="0" cy="0"/>
        </a:xfrm>
      </p:grpSpPr>
      <p:sp>
        <p:nvSpPr>
          <p:cNvPr id="436" name="Google Shape;436;p34"/>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sz="2400">
              <a:solidFill>
                <a:schemeClr val="dk1"/>
              </a:solidFill>
            </a:endParaRPr>
          </a:p>
          <a:p>
            <a:pPr indent="0" lvl="0" marL="0" rtl="0" algn="l">
              <a:spcBef>
                <a:spcPts val="0"/>
              </a:spcBef>
              <a:spcAft>
                <a:spcPts val="0"/>
              </a:spcAft>
              <a:buNone/>
            </a:pPr>
            <a:r>
              <a:rPr lang="es-419" sz="2400">
                <a:solidFill>
                  <a:schemeClr val="dk1"/>
                </a:solidFill>
              </a:rPr>
              <a:t>… interpolation</a:t>
            </a:r>
            <a:endParaRPr sz="2400">
              <a:solidFill>
                <a:schemeClr val="dk1"/>
              </a:solidFill>
            </a:endParaRPr>
          </a:p>
        </p:txBody>
      </p:sp>
      <p:sp>
        <p:nvSpPr>
          <p:cNvPr id="437" name="Google Shape;437;p34"/>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
        <p:nvSpPr>
          <p:cNvPr id="438" name="Google Shape;438;p34"/>
          <p:cNvSpPr txBox="1"/>
          <p:nvPr>
            <p:ph idx="1" type="body"/>
          </p:nvPr>
        </p:nvSpPr>
        <p:spPr>
          <a:xfrm>
            <a:off x="1303800" y="1761450"/>
            <a:ext cx="4260600" cy="2716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Las funciones de recorte detectan partes planas de la señal cerca de su máximo, precedidas y seguidas por un ángulo pronunciado en ambos extremos. </a:t>
            </a:r>
            <a:endParaRPr/>
          </a:p>
          <a:p>
            <a:pPr indent="0" lvl="0" marL="0" rtl="0" algn="l">
              <a:spcBef>
                <a:spcPts val="1200"/>
              </a:spcBef>
              <a:spcAft>
                <a:spcPts val="0"/>
              </a:spcAft>
              <a:buNone/>
            </a:pPr>
            <a:r>
              <a:rPr lang="es-419"/>
              <a:t>El pico de la señal "faltante" se interpola mediante un spline cúbico, que tiene en cuenta 100 ms de datos en ambos extremos del segmento. </a:t>
            </a:r>
            <a:endParaRPr/>
          </a:p>
          <a:p>
            <a:pPr indent="0" lvl="0" marL="0" rtl="0" algn="l">
              <a:spcBef>
                <a:spcPts val="1200"/>
              </a:spcBef>
              <a:spcAft>
                <a:spcPts val="1200"/>
              </a:spcAft>
              <a:buNone/>
            </a:pPr>
            <a:r>
              <a:rPr lang="es-419"/>
              <a:t>El pico R reconstruido se superpone a la señal original y se utiliza para análisis posteriores.</a:t>
            </a:r>
            <a:endParaRPr sz="1400"/>
          </a:p>
        </p:txBody>
      </p:sp>
      <p:pic>
        <p:nvPicPr>
          <p:cNvPr id="439" name="Google Shape;439;p34"/>
          <p:cNvPicPr preferRelativeResize="0"/>
          <p:nvPr/>
        </p:nvPicPr>
        <p:blipFill>
          <a:blip r:embed="rId3">
            <a:alphaModFix/>
          </a:blip>
          <a:stretch>
            <a:fillRect/>
          </a:stretch>
        </p:blipFill>
        <p:spPr>
          <a:xfrm>
            <a:off x="6147825" y="385263"/>
            <a:ext cx="2186475" cy="4372976"/>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3" name="Shape 443"/>
        <p:cNvGrpSpPr/>
        <p:nvPr/>
      </p:nvGrpSpPr>
      <p:grpSpPr>
        <a:xfrm>
          <a:off x="0" y="0"/>
          <a:ext cx="0" cy="0"/>
          <a:chOff x="0" y="0"/>
          <a:chExt cx="0" cy="0"/>
        </a:xfrm>
      </p:grpSpPr>
      <p:sp>
        <p:nvSpPr>
          <p:cNvPr id="444" name="Google Shape;444;p35"/>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sz="2400">
              <a:solidFill>
                <a:schemeClr val="dk1"/>
              </a:solidFill>
            </a:endParaRPr>
          </a:p>
          <a:p>
            <a:pPr indent="0" lvl="0" marL="0" rtl="0" algn="l">
              <a:spcBef>
                <a:spcPts val="0"/>
              </a:spcBef>
              <a:spcAft>
                <a:spcPts val="0"/>
              </a:spcAft>
              <a:buNone/>
            </a:pPr>
            <a:r>
              <a:rPr lang="es-419" sz="2400">
                <a:solidFill>
                  <a:schemeClr val="dk1"/>
                </a:solidFill>
              </a:rPr>
              <a:t>Peak enhancement</a:t>
            </a:r>
            <a:endParaRPr sz="2400">
              <a:solidFill>
                <a:schemeClr val="dk1"/>
              </a:solidFill>
            </a:endParaRPr>
          </a:p>
        </p:txBody>
      </p:sp>
      <p:sp>
        <p:nvSpPr>
          <p:cNvPr id="445" name="Google Shape;445;p35"/>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
        <p:nvSpPr>
          <p:cNvPr id="446" name="Google Shape;446;p35"/>
          <p:cNvSpPr txBox="1"/>
          <p:nvPr>
            <p:ph idx="1" type="body"/>
          </p:nvPr>
        </p:nvSpPr>
        <p:spPr>
          <a:xfrm>
            <a:off x="1303800" y="1761450"/>
            <a:ext cx="7030500" cy="2541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Consiste en </a:t>
            </a:r>
            <a:r>
              <a:rPr lang="es-419"/>
              <a:t>normalizar la amplitud de la señal, seguido del aumento de la amplitud del pico R en relación con el resto de la señal. </a:t>
            </a:r>
            <a:endParaRPr/>
          </a:p>
          <a:p>
            <a:pPr indent="0" lvl="0" marL="0" rtl="0" algn="l">
              <a:spcBef>
                <a:spcPts val="1200"/>
              </a:spcBef>
              <a:spcAft>
                <a:spcPts val="0"/>
              </a:spcAft>
              <a:buNone/>
            </a:pPr>
            <a:r>
              <a:rPr lang="es-419"/>
              <a:t>Utiliza transformaciones lineales, lo que significa que las posiciones absolutas de los picos no se alteran (a diferencia de otro tipo de filtros). </a:t>
            </a:r>
            <a:endParaRPr/>
          </a:p>
          <a:p>
            <a:pPr indent="0" lvl="0" marL="0" rtl="0" algn="l">
              <a:spcBef>
                <a:spcPts val="1200"/>
              </a:spcBef>
              <a:spcAft>
                <a:spcPts val="1200"/>
              </a:spcAft>
              <a:buNone/>
            </a:pPr>
            <a:r>
              <a:rPr lang="es-419"/>
              <a:t>Ejecuta un número predefinido de iteraciones. Generalmente dos iteraciones pudieran ser suficientes. De iterarse demasiado, podrían incluso suprimirse los picos de interés.</a:t>
            </a:r>
            <a:endParaRPr sz="1400"/>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0" name="Shape 450"/>
        <p:cNvGrpSpPr/>
        <p:nvPr/>
      </p:nvGrpSpPr>
      <p:grpSpPr>
        <a:xfrm>
          <a:off x="0" y="0"/>
          <a:ext cx="0" cy="0"/>
          <a:chOff x="0" y="0"/>
          <a:chExt cx="0" cy="0"/>
        </a:xfrm>
      </p:grpSpPr>
      <p:sp>
        <p:nvSpPr>
          <p:cNvPr id="451" name="Google Shape;451;p36"/>
          <p:cNvSpPr txBox="1"/>
          <p:nvPr>
            <p:ph idx="1" type="body"/>
          </p:nvPr>
        </p:nvSpPr>
        <p:spPr>
          <a:xfrm>
            <a:off x="1303800" y="4138975"/>
            <a:ext cx="5843100" cy="534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Peak enhancement</a:t>
            </a:r>
            <a:endParaRPr/>
          </a:p>
        </p:txBody>
      </p:sp>
      <p:sp>
        <p:nvSpPr>
          <p:cNvPr id="452" name="Google Shape;452;p36"/>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pic>
        <p:nvPicPr>
          <p:cNvPr id="453" name="Google Shape;453;p36"/>
          <p:cNvPicPr preferRelativeResize="0"/>
          <p:nvPr/>
        </p:nvPicPr>
        <p:blipFill>
          <a:blip r:embed="rId3">
            <a:alphaModFix/>
          </a:blip>
          <a:stretch>
            <a:fillRect/>
          </a:stretch>
        </p:blipFill>
        <p:spPr>
          <a:xfrm>
            <a:off x="2617475" y="304800"/>
            <a:ext cx="3909061" cy="3834175"/>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7" name="Shape 457"/>
        <p:cNvGrpSpPr/>
        <p:nvPr/>
      </p:nvGrpSpPr>
      <p:grpSpPr>
        <a:xfrm>
          <a:off x="0" y="0"/>
          <a:ext cx="0" cy="0"/>
          <a:chOff x="0" y="0"/>
          <a:chExt cx="0" cy="0"/>
        </a:xfrm>
      </p:grpSpPr>
      <p:sp>
        <p:nvSpPr>
          <p:cNvPr id="458" name="Google Shape;458;p37"/>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sz="2400">
              <a:solidFill>
                <a:schemeClr val="dk1"/>
              </a:solidFill>
            </a:endParaRPr>
          </a:p>
          <a:p>
            <a:pPr indent="0" lvl="0" marL="0" rtl="0" algn="l">
              <a:spcBef>
                <a:spcPts val="0"/>
              </a:spcBef>
              <a:spcAft>
                <a:spcPts val="0"/>
              </a:spcAft>
              <a:buNone/>
            </a:pPr>
            <a:r>
              <a:rPr lang="es-419" sz="2400">
                <a:solidFill>
                  <a:schemeClr val="dk1"/>
                </a:solidFill>
              </a:rPr>
              <a:t>Butterworth filter</a:t>
            </a:r>
            <a:endParaRPr sz="2400">
              <a:solidFill>
                <a:schemeClr val="dk1"/>
              </a:solidFill>
            </a:endParaRPr>
          </a:p>
        </p:txBody>
      </p:sp>
      <p:sp>
        <p:nvSpPr>
          <p:cNvPr id="459" name="Google Shape;459;p37"/>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
        <p:nvSpPr>
          <p:cNvPr id="460" name="Google Shape;460;p37"/>
          <p:cNvSpPr txBox="1"/>
          <p:nvPr>
            <p:ph idx="1" type="body"/>
          </p:nvPr>
        </p:nvSpPr>
        <p:spPr>
          <a:xfrm>
            <a:off x="1303800" y="1761450"/>
            <a:ext cx="7030500" cy="2541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L</a:t>
            </a:r>
            <a:r>
              <a:rPr lang="es-419"/>
              <a:t>a implementación de filtro Butterworth elimina el ruido de alta frecuencia. </a:t>
            </a:r>
            <a:endParaRPr/>
          </a:p>
          <a:p>
            <a:pPr indent="0" lvl="0" marL="0" rtl="0" algn="l">
              <a:spcBef>
                <a:spcPts val="1200"/>
              </a:spcBef>
              <a:spcAft>
                <a:spcPts val="0"/>
              </a:spcAft>
              <a:buNone/>
            </a:pPr>
            <a:r>
              <a:rPr lang="es-419"/>
              <a:t>Este proceso altera ligeramente las posiciones de los picos absolutos, lo que influirá en las medidas de salida. </a:t>
            </a:r>
            <a:endParaRPr/>
          </a:p>
          <a:p>
            <a:pPr indent="0" lvl="0" marL="0" rtl="0" algn="l">
              <a:spcBef>
                <a:spcPts val="1200"/>
              </a:spcBef>
              <a:spcAft>
                <a:spcPts val="1200"/>
              </a:spcAft>
              <a:buNone/>
            </a:pPr>
            <a:r>
              <a:rPr lang="es-419"/>
              <a:t>Sin embargo, en casos de mucho ruido, esta es la única forma en que se puede extraer información útil de la señal.</a:t>
            </a:r>
            <a:endParaRPr sz="1400"/>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4" name="Shape 464"/>
        <p:cNvGrpSpPr/>
        <p:nvPr/>
      </p:nvGrpSpPr>
      <p:grpSpPr>
        <a:xfrm>
          <a:off x="0" y="0"/>
          <a:ext cx="0" cy="0"/>
          <a:chOff x="0" y="0"/>
          <a:chExt cx="0" cy="0"/>
        </a:xfrm>
      </p:grpSpPr>
      <p:sp>
        <p:nvSpPr>
          <p:cNvPr id="465" name="Google Shape;465;p38"/>
          <p:cNvSpPr txBox="1"/>
          <p:nvPr>
            <p:ph idx="1" type="body"/>
          </p:nvPr>
        </p:nvSpPr>
        <p:spPr>
          <a:xfrm>
            <a:off x="1303800" y="4138975"/>
            <a:ext cx="5843100" cy="534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Butterworth filter</a:t>
            </a:r>
            <a:endParaRPr/>
          </a:p>
        </p:txBody>
      </p:sp>
      <p:sp>
        <p:nvSpPr>
          <p:cNvPr id="466" name="Google Shape;466;p38"/>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pic>
        <p:nvPicPr>
          <p:cNvPr id="467" name="Google Shape;467;p38"/>
          <p:cNvPicPr preferRelativeResize="0"/>
          <p:nvPr/>
        </p:nvPicPr>
        <p:blipFill>
          <a:blip r:embed="rId3">
            <a:alphaModFix/>
          </a:blip>
          <a:stretch>
            <a:fillRect/>
          </a:stretch>
        </p:blipFill>
        <p:spPr>
          <a:xfrm>
            <a:off x="2501638" y="251900"/>
            <a:ext cx="4140715" cy="3834176"/>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1" name="Shape 471"/>
        <p:cNvGrpSpPr/>
        <p:nvPr/>
      </p:nvGrpSpPr>
      <p:grpSpPr>
        <a:xfrm>
          <a:off x="0" y="0"/>
          <a:ext cx="0" cy="0"/>
          <a:chOff x="0" y="0"/>
          <a:chExt cx="0" cy="0"/>
        </a:xfrm>
      </p:grpSpPr>
      <p:sp>
        <p:nvSpPr>
          <p:cNvPr id="472" name="Google Shape;472;p39"/>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sz="2400">
              <a:solidFill>
                <a:schemeClr val="dk1"/>
              </a:solidFill>
            </a:endParaRPr>
          </a:p>
          <a:p>
            <a:pPr indent="0" lvl="0" marL="0" rtl="0" algn="l">
              <a:spcBef>
                <a:spcPts val="0"/>
              </a:spcBef>
              <a:spcAft>
                <a:spcPts val="0"/>
              </a:spcAft>
              <a:buNone/>
            </a:pPr>
            <a:r>
              <a:rPr lang="es-419" sz="2400">
                <a:solidFill>
                  <a:schemeClr val="dk1"/>
                </a:solidFill>
              </a:rPr>
              <a:t>Hampel Correction</a:t>
            </a:r>
            <a:endParaRPr sz="2400">
              <a:solidFill>
                <a:schemeClr val="dk1"/>
              </a:solidFill>
            </a:endParaRPr>
          </a:p>
        </p:txBody>
      </p:sp>
      <p:sp>
        <p:nvSpPr>
          <p:cNvPr id="473" name="Google Shape;473;p39"/>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
        <p:nvSpPr>
          <p:cNvPr id="474" name="Google Shape;474;p39"/>
          <p:cNvSpPr txBox="1"/>
          <p:nvPr>
            <p:ph idx="1" type="body"/>
          </p:nvPr>
        </p:nvSpPr>
        <p:spPr>
          <a:xfrm>
            <a:off x="1303800" y="1761450"/>
            <a:ext cx="7030500" cy="2541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F</a:t>
            </a:r>
            <a:r>
              <a:rPr lang="es-419"/>
              <a:t>unciona como una versión extendida de un filtro de Hampel, con un tamaño de ventana más grande. La desventaja es que requiere un tiempo de procesamiento significativo, ya que es necesario calcular la mediana de la ventana y la desviación absoluta de la mediana para cada punto de datos.</a:t>
            </a:r>
            <a:endParaRPr/>
          </a:p>
          <a:p>
            <a:pPr indent="0" lvl="0" marL="0" rtl="0" algn="l">
              <a:spcBef>
                <a:spcPts val="1200"/>
              </a:spcBef>
              <a:spcAft>
                <a:spcPts val="0"/>
              </a:spcAft>
              <a:buNone/>
            </a:pPr>
            <a:r>
              <a:rPr lang="es-419"/>
              <a:t>S</a:t>
            </a:r>
            <a:r>
              <a:rPr lang="es-419"/>
              <a:t>e toma un filtro mediano en una ventana de 1 segundo de la señal de frecuencia cardíaca. La salida del filtro se resta posteriormente de la señal original. </a:t>
            </a:r>
            <a:endParaRPr/>
          </a:p>
          <a:p>
            <a:pPr indent="0" lvl="0" marL="0" rtl="0" algn="l">
              <a:spcBef>
                <a:spcPts val="1200"/>
              </a:spcBef>
              <a:spcAft>
                <a:spcPts val="1200"/>
              </a:spcAft>
              <a:buNone/>
            </a:pPr>
            <a:r>
              <a:rPr lang="es-419"/>
              <a:t>Tener en cuenta que las posiciones de los picos cambiarán ligeramente. Usarse solo con segmentos de mucho ruido que los filtros no puedan manejar.</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8" name="Shape 478"/>
        <p:cNvGrpSpPr/>
        <p:nvPr/>
      </p:nvGrpSpPr>
      <p:grpSpPr>
        <a:xfrm>
          <a:off x="0" y="0"/>
          <a:ext cx="0" cy="0"/>
          <a:chOff x="0" y="0"/>
          <a:chExt cx="0" cy="0"/>
        </a:xfrm>
      </p:grpSpPr>
      <p:sp>
        <p:nvSpPr>
          <p:cNvPr id="479" name="Google Shape;479;p40"/>
          <p:cNvSpPr txBox="1"/>
          <p:nvPr>
            <p:ph idx="1" type="body"/>
          </p:nvPr>
        </p:nvSpPr>
        <p:spPr>
          <a:xfrm>
            <a:off x="1303800" y="4138975"/>
            <a:ext cx="5843100" cy="534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Hampel Correction</a:t>
            </a:r>
            <a:endParaRPr/>
          </a:p>
        </p:txBody>
      </p:sp>
      <p:sp>
        <p:nvSpPr>
          <p:cNvPr id="480" name="Google Shape;480;p40"/>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pic>
        <p:nvPicPr>
          <p:cNvPr id="481" name="Google Shape;481;p40"/>
          <p:cNvPicPr preferRelativeResize="0"/>
          <p:nvPr/>
        </p:nvPicPr>
        <p:blipFill>
          <a:blip r:embed="rId3">
            <a:alphaModFix/>
          </a:blip>
          <a:stretch>
            <a:fillRect/>
          </a:stretch>
        </p:blipFill>
        <p:spPr>
          <a:xfrm>
            <a:off x="2306264" y="907925"/>
            <a:ext cx="4531475" cy="300210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5" name="Shape 485"/>
        <p:cNvGrpSpPr/>
        <p:nvPr/>
      </p:nvGrpSpPr>
      <p:grpSpPr>
        <a:xfrm>
          <a:off x="0" y="0"/>
          <a:ext cx="0" cy="0"/>
          <a:chOff x="0" y="0"/>
          <a:chExt cx="0" cy="0"/>
        </a:xfrm>
      </p:grpSpPr>
      <p:sp>
        <p:nvSpPr>
          <p:cNvPr id="486" name="Google Shape;486;p41"/>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sz="2400">
              <a:solidFill>
                <a:schemeClr val="dk1"/>
              </a:solidFill>
            </a:endParaRPr>
          </a:p>
          <a:p>
            <a:pPr indent="0" lvl="0" marL="0" rtl="0" algn="l">
              <a:spcBef>
                <a:spcPts val="0"/>
              </a:spcBef>
              <a:spcAft>
                <a:spcPts val="0"/>
              </a:spcAft>
              <a:buNone/>
            </a:pPr>
            <a:r>
              <a:rPr lang="es-419" sz="2400">
                <a:solidFill>
                  <a:schemeClr val="dk1"/>
                </a:solidFill>
              </a:rPr>
              <a:t>Peak detection</a:t>
            </a:r>
            <a:endParaRPr sz="2400">
              <a:solidFill>
                <a:schemeClr val="dk1"/>
              </a:solidFill>
            </a:endParaRPr>
          </a:p>
        </p:txBody>
      </p:sp>
      <p:sp>
        <p:nvSpPr>
          <p:cNvPr id="487" name="Google Shape;487;p41"/>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
        <p:nvSpPr>
          <p:cNvPr id="488" name="Google Shape;488;p41"/>
          <p:cNvSpPr txBox="1"/>
          <p:nvPr>
            <p:ph idx="1" type="body"/>
          </p:nvPr>
        </p:nvSpPr>
        <p:spPr>
          <a:xfrm>
            <a:off x="1303800" y="1761450"/>
            <a:ext cx="7030500" cy="2541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I</a:t>
            </a:r>
            <a:r>
              <a:rPr lang="es-419"/>
              <a:t>ntenta acomodar la variación de amplitud y los cambios de morfología de las señales mediante el uso de un umbral de detección de picos adaptativo, seguido de varios pasos de detección y rechazo de valores atípicos. </a:t>
            </a:r>
            <a:endParaRPr/>
          </a:p>
          <a:p>
            <a:pPr indent="0" lvl="0" marL="0" rtl="0" algn="l">
              <a:spcBef>
                <a:spcPts val="1200"/>
              </a:spcBef>
              <a:spcAft>
                <a:spcPts val="0"/>
              </a:spcAft>
              <a:buNone/>
            </a:pPr>
            <a:r>
              <a:rPr lang="es-419"/>
              <a:t>Para identificar los latidos del corazón, se calcula un promedio móvil utilizando una ventana de 0,75 segundos en ambos lados de cada punto de datos. </a:t>
            </a:r>
            <a:endParaRPr/>
          </a:p>
          <a:p>
            <a:pPr indent="0" lvl="0" marL="0" rtl="0" algn="l">
              <a:spcBef>
                <a:spcPts val="1200"/>
              </a:spcBef>
              <a:spcAft>
                <a:spcPts val="1200"/>
              </a:spcAft>
              <a:buNone/>
            </a:pPr>
            <a:r>
              <a:rPr lang="es-419"/>
              <a:t>Las regiones de interés (ROI) están marcadas entre dos puntos de intersección donde la amplitud de la señal es mayor que el promedio móvil, que es una forma estándar de detectar picos. Los picos R están marcados en el máximo de cada ROI.</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2" name="Shape 492"/>
        <p:cNvGrpSpPr/>
        <p:nvPr/>
      </p:nvGrpSpPr>
      <p:grpSpPr>
        <a:xfrm>
          <a:off x="0" y="0"/>
          <a:ext cx="0" cy="0"/>
          <a:chOff x="0" y="0"/>
          <a:chExt cx="0" cy="0"/>
        </a:xfrm>
      </p:grpSpPr>
      <p:sp>
        <p:nvSpPr>
          <p:cNvPr id="493" name="Google Shape;493;p42"/>
          <p:cNvSpPr txBox="1"/>
          <p:nvPr>
            <p:ph idx="1" type="body"/>
          </p:nvPr>
        </p:nvSpPr>
        <p:spPr>
          <a:xfrm>
            <a:off x="1303800" y="4138975"/>
            <a:ext cx="5843100" cy="534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Peak detection</a:t>
            </a:r>
            <a:endParaRPr/>
          </a:p>
        </p:txBody>
      </p:sp>
      <p:sp>
        <p:nvSpPr>
          <p:cNvPr id="494" name="Google Shape;494;p42"/>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pic>
        <p:nvPicPr>
          <p:cNvPr id="495" name="Google Shape;495;p42"/>
          <p:cNvPicPr preferRelativeResize="0"/>
          <p:nvPr/>
        </p:nvPicPr>
        <p:blipFill>
          <a:blip r:embed="rId3">
            <a:alphaModFix/>
          </a:blip>
          <a:stretch>
            <a:fillRect/>
          </a:stretch>
        </p:blipFill>
        <p:spPr>
          <a:xfrm>
            <a:off x="1361138" y="1053663"/>
            <a:ext cx="6421725" cy="2731375"/>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9" name="Shape 499"/>
        <p:cNvGrpSpPr/>
        <p:nvPr/>
      </p:nvGrpSpPr>
      <p:grpSpPr>
        <a:xfrm>
          <a:off x="0" y="0"/>
          <a:ext cx="0" cy="0"/>
          <a:chOff x="0" y="0"/>
          <a:chExt cx="0" cy="0"/>
        </a:xfrm>
      </p:grpSpPr>
      <p:sp>
        <p:nvSpPr>
          <p:cNvPr id="500" name="Google Shape;500;p43"/>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sz="2400">
              <a:solidFill>
                <a:schemeClr val="dk1"/>
              </a:solidFill>
            </a:endParaRPr>
          </a:p>
          <a:p>
            <a:pPr indent="0" lvl="0" marL="0" rtl="0" algn="l">
              <a:spcBef>
                <a:spcPts val="0"/>
              </a:spcBef>
              <a:spcAft>
                <a:spcPts val="0"/>
              </a:spcAft>
              <a:buNone/>
            </a:pPr>
            <a:r>
              <a:rPr lang="es-419" sz="2400">
                <a:solidFill>
                  <a:schemeClr val="dk1"/>
                </a:solidFill>
              </a:rPr>
              <a:t>Peak detection</a:t>
            </a:r>
            <a:endParaRPr sz="2400">
              <a:solidFill>
                <a:schemeClr val="dk1"/>
              </a:solidFill>
            </a:endParaRPr>
          </a:p>
        </p:txBody>
      </p:sp>
      <p:sp>
        <p:nvSpPr>
          <p:cNvPr id="501" name="Google Shape;501;p43"/>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
        <p:nvSpPr>
          <p:cNvPr id="502" name="Google Shape;502;p43"/>
          <p:cNvSpPr txBox="1"/>
          <p:nvPr>
            <p:ph idx="1" type="body"/>
          </p:nvPr>
        </p:nvSpPr>
        <p:spPr>
          <a:xfrm>
            <a:off x="1303800" y="1761450"/>
            <a:ext cx="7030500" cy="25416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s-419"/>
              <a:t>E</a:t>
            </a:r>
            <a:r>
              <a:rPr lang="es-419"/>
              <a:t>l </a:t>
            </a:r>
            <a:r>
              <a:rPr lang="es-419"/>
              <a:t>algoritmo ajusta</a:t>
            </a:r>
            <a:r>
              <a:rPr lang="es-419"/>
              <a:t> la amplitud del umbral calculado paso a paso. Para encontrar el mejor ajuste, se minimiza la desviación estándar entre diferencias sucesivas y se comprueba el BPM de la señal. </a:t>
            </a:r>
            <a:endParaRPr/>
          </a:p>
          <a:p>
            <a:pPr indent="0" lvl="0" marL="0" rtl="0" algn="l">
              <a:spcBef>
                <a:spcPts val="1200"/>
              </a:spcBef>
              <a:spcAft>
                <a:spcPts val="0"/>
              </a:spcAft>
              <a:buNone/>
            </a:pPr>
            <a:r>
              <a:rPr lang="es-419"/>
              <a:t>Esto representa un método rápido para aproximarse al umbral óptimo aprovechando la regularidad relativa de la señal del ritmo cardíaco. </a:t>
            </a:r>
            <a:endParaRPr/>
          </a:p>
          <a:p>
            <a:pPr indent="0" lvl="0" marL="0" rtl="0" algn="l">
              <a:spcBef>
                <a:spcPts val="1200"/>
              </a:spcBef>
              <a:spcAft>
                <a:spcPts val="1200"/>
              </a:spcAft>
              <a:buNone/>
            </a:pPr>
            <a:r>
              <a:rPr lang="es-419"/>
              <a:t>La falta de picos R se traduce en un aumento sustancial en SDSD en comparación con el ajuste óptimo. Marcar picos R incorrectos también conduce a un aumento en SDSD. El BPM debe estar dentro de un rango predeterminado (predeterminado: 40 &lt;= BPM &lt;= 180).</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6" name="Shape 506"/>
        <p:cNvGrpSpPr/>
        <p:nvPr/>
      </p:nvGrpSpPr>
      <p:grpSpPr>
        <a:xfrm>
          <a:off x="0" y="0"/>
          <a:ext cx="0" cy="0"/>
          <a:chOff x="0" y="0"/>
          <a:chExt cx="0" cy="0"/>
        </a:xfrm>
      </p:grpSpPr>
      <p:sp>
        <p:nvSpPr>
          <p:cNvPr id="507" name="Google Shape;507;p44"/>
          <p:cNvSpPr txBox="1"/>
          <p:nvPr>
            <p:ph idx="1" type="body"/>
          </p:nvPr>
        </p:nvSpPr>
        <p:spPr>
          <a:xfrm>
            <a:off x="1303800" y="4138975"/>
            <a:ext cx="7147200" cy="5349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s-419"/>
              <a:t>Figura que muestra cómo el SDSD cambia drásticamente incluso con un solo latido perdido (III), y es más bajo cuando todos los picos se detectan correctamente (II).</a:t>
            </a:r>
            <a:endParaRPr/>
          </a:p>
        </p:txBody>
      </p:sp>
      <p:sp>
        <p:nvSpPr>
          <p:cNvPr id="508" name="Google Shape;508;p44"/>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pic>
        <p:nvPicPr>
          <p:cNvPr id="509" name="Google Shape;509;p44"/>
          <p:cNvPicPr preferRelativeResize="0"/>
          <p:nvPr/>
        </p:nvPicPr>
        <p:blipFill>
          <a:blip r:embed="rId3">
            <a:alphaModFix/>
          </a:blip>
          <a:stretch>
            <a:fillRect/>
          </a:stretch>
        </p:blipFill>
        <p:spPr>
          <a:xfrm>
            <a:off x="1722925" y="949950"/>
            <a:ext cx="5698150" cy="2938800"/>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3" name="Shape 513"/>
        <p:cNvGrpSpPr/>
        <p:nvPr/>
      </p:nvGrpSpPr>
      <p:grpSpPr>
        <a:xfrm>
          <a:off x="0" y="0"/>
          <a:ext cx="0" cy="0"/>
          <a:chOff x="0" y="0"/>
          <a:chExt cx="0" cy="0"/>
        </a:xfrm>
      </p:grpSpPr>
      <p:sp>
        <p:nvSpPr>
          <p:cNvPr id="514" name="Google Shape;514;p45"/>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sz="2400">
              <a:solidFill>
                <a:schemeClr val="dk1"/>
              </a:solidFill>
            </a:endParaRPr>
          </a:p>
          <a:p>
            <a:pPr indent="0" lvl="0" marL="0" rtl="0" algn="l">
              <a:spcBef>
                <a:spcPts val="0"/>
              </a:spcBef>
              <a:spcAft>
                <a:spcPts val="0"/>
              </a:spcAft>
              <a:buNone/>
            </a:pPr>
            <a:r>
              <a:rPr lang="es-419" sz="2400">
                <a:solidFill>
                  <a:schemeClr val="dk1"/>
                </a:solidFill>
              </a:rPr>
              <a:t>Peak rejection</a:t>
            </a:r>
            <a:endParaRPr sz="2400">
              <a:solidFill>
                <a:schemeClr val="dk1"/>
              </a:solidFill>
            </a:endParaRPr>
          </a:p>
        </p:txBody>
      </p:sp>
      <p:sp>
        <p:nvSpPr>
          <p:cNvPr id="515" name="Google Shape;515;p45"/>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
        <p:nvSpPr>
          <p:cNvPr id="516" name="Google Shape;516;p45"/>
          <p:cNvSpPr txBox="1"/>
          <p:nvPr>
            <p:ph idx="1" type="body"/>
          </p:nvPr>
        </p:nvSpPr>
        <p:spPr>
          <a:xfrm>
            <a:off x="1303800" y="1761450"/>
            <a:ext cx="7030500" cy="2541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Después de la fase anterior, pueden quedar picos detectados incorrectamente debido a varios factores. Estos se prueban y rechazan en función de un umbral para los intervalos RR.</a:t>
            </a:r>
            <a:endParaRPr/>
          </a:p>
          <a:p>
            <a:pPr indent="0" lvl="0" marL="0" rtl="0" algn="l">
              <a:spcBef>
                <a:spcPts val="1200"/>
              </a:spcBef>
              <a:spcAft>
                <a:spcPts val="0"/>
              </a:spcAft>
              <a:buNone/>
            </a:pPr>
            <a:r>
              <a:rPr lang="es-419"/>
              <a:t>Los umbrales se calculan sobre la base de la media de los intervalos RR en los segmentos. </a:t>
            </a:r>
            <a:endParaRPr/>
          </a:p>
          <a:p>
            <a:pPr indent="0" lvl="0" marL="0" rtl="0" algn="l">
              <a:spcBef>
                <a:spcPts val="1200"/>
              </a:spcBef>
              <a:spcAft>
                <a:spcPts val="1200"/>
              </a:spcAft>
              <a:buNone/>
            </a:pPr>
            <a:r>
              <a:rPr lang="es-419"/>
              <a:t>Los umbrales se determinan respecto a +/- 30 % del promedio RR. Si el intervalo RR supera uno de los umbrales, se ignora.</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0" name="Shape 520"/>
        <p:cNvGrpSpPr/>
        <p:nvPr/>
      </p:nvGrpSpPr>
      <p:grpSpPr>
        <a:xfrm>
          <a:off x="0" y="0"/>
          <a:ext cx="0" cy="0"/>
          <a:chOff x="0" y="0"/>
          <a:chExt cx="0" cy="0"/>
        </a:xfrm>
      </p:grpSpPr>
      <p:sp>
        <p:nvSpPr>
          <p:cNvPr id="521" name="Google Shape;521;p46"/>
          <p:cNvSpPr txBox="1"/>
          <p:nvPr>
            <p:ph idx="1" type="body"/>
          </p:nvPr>
        </p:nvSpPr>
        <p:spPr>
          <a:xfrm>
            <a:off x="1303800" y="4138975"/>
            <a:ext cx="5843100" cy="534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Peak rejection</a:t>
            </a:r>
            <a:endParaRPr/>
          </a:p>
        </p:txBody>
      </p:sp>
      <p:sp>
        <p:nvSpPr>
          <p:cNvPr id="522" name="Google Shape;522;p46"/>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pic>
        <p:nvPicPr>
          <p:cNvPr id="523" name="Google Shape;523;p46"/>
          <p:cNvPicPr preferRelativeResize="0"/>
          <p:nvPr/>
        </p:nvPicPr>
        <p:blipFill>
          <a:blip r:embed="rId3">
            <a:alphaModFix/>
          </a:blip>
          <a:stretch>
            <a:fillRect/>
          </a:stretch>
        </p:blipFill>
        <p:spPr>
          <a:xfrm>
            <a:off x="1574600" y="754050"/>
            <a:ext cx="5994800" cy="3178200"/>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7" name="Shape 527"/>
        <p:cNvGrpSpPr/>
        <p:nvPr/>
      </p:nvGrpSpPr>
      <p:grpSpPr>
        <a:xfrm>
          <a:off x="0" y="0"/>
          <a:ext cx="0" cy="0"/>
          <a:chOff x="0" y="0"/>
          <a:chExt cx="0" cy="0"/>
        </a:xfrm>
      </p:grpSpPr>
      <p:sp>
        <p:nvSpPr>
          <p:cNvPr id="528" name="Google Shape;528;p47"/>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sz="2400">
              <a:solidFill>
                <a:schemeClr val="dk1"/>
              </a:solidFill>
            </a:endParaRPr>
          </a:p>
          <a:p>
            <a:pPr indent="0" lvl="0" marL="0" rtl="0" algn="l">
              <a:spcBef>
                <a:spcPts val="0"/>
              </a:spcBef>
              <a:spcAft>
                <a:spcPts val="0"/>
              </a:spcAft>
              <a:buNone/>
            </a:pPr>
            <a:r>
              <a:rPr lang="es-419" sz="2400">
                <a:solidFill>
                  <a:schemeClr val="dk1"/>
                </a:solidFill>
              </a:rPr>
              <a:t>Calculation of measures</a:t>
            </a:r>
            <a:endParaRPr sz="2400">
              <a:solidFill>
                <a:schemeClr val="dk1"/>
              </a:solidFill>
            </a:endParaRPr>
          </a:p>
        </p:txBody>
      </p:sp>
      <p:sp>
        <p:nvSpPr>
          <p:cNvPr id="529" name="Google Shape;529;p47"/>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
        <p:nvSpPr>
          <p:cNvPr id="530" name="Google Shape;530;p47"/>
          <p:cNvSpPr txBox="1"/>
          <p:nvPr>
            <p:ph idx="1" type="body"/>
          </p:nvPr>
        </p:nvSpPr>
        <p:spPr>
          <a:xfrm>
            <a:off x="1303800" y="1761450"/>
            <a:ext cx="7030500" cy="2541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Todas las medidas se calculan sobre los picos detectados y aceptados. </a:t>
            </a:r>
            <a:endParaRPr/>
          </a:p>
          <a:p>
            <a:pPr indent="0" lvl="0" marL="0" rtl="0" algn="l">
              <a:spcBef>
                <a:spcPts val="1200"/>
              </a:spcBef>
              <a:spcAft>
                <a:spcPts val="0"/>
              </a:spcAft>
              <a:buNone/>
            </a:pPr>
            <a:r>
              <a:rPr lang="es-419"/>
              <a:t>Cuando se utilizan intervalos RR en el cálculo, sólo se utilizan los intervalos creados por dos picos adyacentes aceptados. </a:t>
            </a:r>
            <a:endParaRPr/>
          </a:p>
          <a:p>
            <a:pPr indent="0" lvl="0" marL="0" rtl="0" algn="l">
              <a:spcBef>
                <a:spcPts val="1200"/>
              </a:spcBef>
              <a:spcAft>
                <a:spcPts val="1200"/>
              </a:spcAft>
              <a:buNone/>
            </a:pPr>
            <a:r>
              <a:rPr lang="es-419"/>
              <a:t>Siempre que se requieran diferencias en los intervalos RR (e.g., en el RMSSD), solo se utilizan los intervalos entre dos </a:t>
            </a:r>
            <a:r>
              <a:rPr lang="es-419"/>
              <a:t>intervalos </a:t>
            </a:r>
            <a:r>
              <a:rPr lang="es-419"/>
              <a:t>RR adyacentes, que a su vez son creados por tres picos adyacentes aceptados. Esto asegura que cualquier pico rechazado no inyecte un error de medición en los cálculos de medición subsiguientes.</a:t>
            </a:r>
            <a:endParaRPr/>
          </a:p>
        </p:txBody>
      </p:sp>
      <p:sp>
        <p:nvSpPr>
          <p:cNvPr id="531" name="Google Shape;531;p47"/>
          <p:cNvSpPr txBox="1"/>
          <p:nvPr/>
        </p:nvSpPr>
        <p:spPr>
          <a:xfrm>
            <a:off x="800450" y="4547875"/>
            <a:ext cx="7537200" cy="3078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s-419" sz="800">
                <a:solidFill>
                  <a:srgbClr val="94B6BD"/>
                </a:solidFill>
              </a:rPr>
              <a:t>Shaffer, F., &amp; Ginsberg, J. P. (2017). An overview of heart rate variability metrics and norms. Frontiers in public health, 5, 258.</a:t>
            </a:r>
            <a:endParaRPr sz="800">
              <a:solidFill>
                <a:srgbClr val="94B6BD"/>
              </a:solidFill>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5" name="Shape 535"/>
        <p:cNvGrpSpPr/>
        <p:nvPr/>
      </p:nvGrpSpPr>
      <p:grpSpPr>
        <a:xfrm>
          <a:off x="0" y="0"/>
          <a:ext cx="0" cy="0"/>
          <a:chOff x="0" y="0"/>
          <a:chExt cx="0" cy="0"/>
        </a:xfrm>
      </p:grpSpPr>
      <p:sp>
        <p:nvSpPr>
          <p:cNvPr id="536" name="Google Shape;536;p48"/>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sz="2400">
              <a:solidFill>
                <a:schemeClr val="dk1"/>
              </a:solidFill>
            </a:endParaRPr>
          </a:p>
          <a:p>
            <a:pPr indent="0" lvl="0" marL="0" rtl="0" algn="l">
              <a:spcBef>
                <a:spcPts val="0"/>
              </a:spcBef>
              <a:spcAft>
                <a:spcPts val="0"/>
              </a:spcAft>
              <a:buNone/>
            </a:pPr>
            <a:r>
              <a:rPr lang="es-419" sz="2400">
                <a:solidFill>
                  <a:schemeClr val="dk1"/>
                </a:solidFill>
              </a:rPr>
              <a:t>Time-domain measures</a:t>
            </a:r>
            <a:endParaRPr sz="2400">
              <a:solidFill>
                <a:schemeClr val="dk1"/>
              </a:solidFill>
            </a:endParaRPr>
          </a:p>
        </p:txBody>
      </p:sp>
      <p:sp>
        <p:nvSpPr>
          <p:cNvPr id="537" name="Google Shape;537;p48"/>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
        <p:nvSpPr>
          <p:cNvPr id="538" name="Google Shape;538;p48"/>
          <p:cNvSpPr txBox="1"/>
          <p:nvPr>
            <p:ph idx="1" type="body"/>
          </p:nvPr>
        </p:nvSpPr>
        <p:spPr>
          <a:xfrm>
            <a:off x="1303800" y="1761450"/>
            <a:ext cx="7030500" cy="2541600"/>
          </a:xfrm>
          <a:prstGeom prst="rect">
            <a:avLst/>
          </a:prstGeom>
        </p:spPr>
        <p:txBody>
          <a:bodyPr anchorCtr="0" anchor="t" bIns="91425" lIns="91425" spcFirstLastPara="1" rIns="91425" wrap="square" tIns="91425">
            <a:normAutofit/>
          </a:bodyPr>
          <a:lstStyle/>
          <a:p>
            <a:pPr indent="-317500" lvl="0" marL="457200" rtl="0" algn="l">
              <a:spcBef>
                <a:spcPts val="0"/>
              </a:spcBef>
              <a:spcAft>
                <a:spcPts val="0"/>
              </a:spcAft>
              <a:buSzPts val="1400"/>
              <a:buChar char="●"/>
            </a:pPr>
            <a:r>
              <a:rPr lang="es-419"/>
              <a:t>beats per minute (BPM)</a:t>
            </a:r>
            <a:endParaRPr/>
          </a:p>
          <a:p>
            <a:pPr indent="-317500" lvl="0" marL="457200" rtl="0" algn="l">
              <a:spcBef>
                <a:spcPts val="0"/>
              </a:spcBef>
              <a:spcAft>
                <a:spcPts val="0"/>
              </a:spcAft>
              <a:buSzPts val="1400"/>
              <a:buChar char="●"/>
            </a:pPr>
            <a:r>
              <a:rPr lang="es-419"/>
              <a:t>interbeat interval (IBI)</a:t>
            </a:r>
            <a:endParaRPr/>
          </a:p>
          <a:p>
            <a:pPr indent="-317500" lvl="0" marL="457200" rtl="0" algn="l">
              <a:spcBef>
                <a:spcPts val="0"/>
              </a:spcBef>
              <a:spcAft>
                <a:spcPts val="0"/>
              </a:spcAft>
              <a:buSzPts val="1400"/>
              <a:buChar char="●"/>
            </a:pPr>
            <a:r>
              <a:rPr lang="es-419"/>
              <a:t>standard deviation of RR intervals (SDNN)</a:t>
            </a:r>
            <a:endParaRPr/>
          </a:p>
          <a:p>
            <a:pPr indent="-317500" lvl="0" marL="457200" rtl="0" algn="l">
              <a:spcBef>
                <a:spcPts val="0"/>
              </a:spcBef>
              <a:spcAft>
                <a:spcPts val="0"/>
              </a:spcAft>
              <a:buSzPts val="1400"/>
              <a:buChar char="●"/>
            </a:pPr>
            <a:r>
              <a:rPr lang="es-419"/>
              <a:t>standard deviation of successive differences (SDSD)</a:t>
            </a:r>
            <a:endParaRPr/>
          </a:p>
          <a:p>
            <a:pPr indent="-317500" lvl="0" marL="457200" rtl="0" algn="l">
              <a:spcBef>
                <a:spcPts val="0"/>
              </a:spcBef>
              <a:spcAft>
                <a:spcPts val="0"/>
              </a:spcAft>
              <a:buSzPts val="1400"/>
              <a:buChar char="●"/>
            </a:pPr>
            <a:r>
              <a:rPr lang="es-419"/>
              <a:t>root mean square of successive differences (RMSSD)</a:t>
            </a:r>
            <a:endParaRPr/>
          </a:p>
          <a:p>
            <a:pPr indent="-317500" lvl="0" marL="457200" rtl="0" algn="l">
              <a:spcBef>
                <a:spcPts val="0"/>
              </a:spcBef>
              <a:spcAft>
                <a:spcPts val="0"/>
              </a:spcAft>
              <a:buSzPts val="1400"/>
              <a:buChar char="●"/>
            </a:pPr>
            <a:r>
              <a:rPr lang="es-419"/>
              <a:t>proportion of successive differences above 20ms (pNN20)</a:t>
            </a:r>
            <a:endParaRPr/>
          </a:p>
          <a:p>
            <a:pPr indent="-317500" lvl="0" marL="457200" rtl="0" algn="l">
              <a:spcBef>
                <a:spcPts val="0"/>
              </a:spcBef>
              <a:spcAft>
                <a:spcPts val="0"/>
              </a:spcAft>
              <a:buSzPts val="1400"/>
              <a:buChar char="●"/>
            </a:pPr>
            <a:r>
              <a:rPr lang="es-419"/>
              <a:t>proportion of successive differences above 50ms (pNN50)</a:t>
            </a:r>
            <a:endParaRPr/>
          </a:p>
          <a:p>
            <a:pPr indent="-317500" lvl="0" marL="457200" rtl="0" algn="l">
              <a:spcBef>
                <a:spcPts val="0"/>
              </a:spcBef>
              <a:spcAft>
                <a:spcPts val="0"/>
              </a:spcAft>
              <a:buSzPts val="1400"/>
              <a:buChar char="●"/>
            </a:pPr>
            <a:r>
              <a:rPr lang="es-419"/>
              <a:t>median absolute deviation of RR intervals (MAD)</a:t>
            </a:r>
            <a:endParaRPr/>
          </a:p>
        </p:txBody>
      </p:sp>
      <p:sp>
        <p:nvSpPr>
          <p:cNvPr id="539" name="Google Shape;539;p48"/>
          <p:cNvSpPr txBox="1"/>
          <p:nvPr/>
        </p:nvSpPr>
        <p:spPr>
          <a:xfrm>
            <a:off x="800450" y="4547875"/>
            <a:ext cx="7537200" cy="3078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s-419" sz="800">
                <a:solidFill>
                  <a:srgbClr val="94B6BD"/>
                </a:solidFill>
              </a:rPr>
              <a:t>https://www.kubios.com/blog/hrv-analysis-methods/</a:t>
            </a:r>
            <a:endParaRPr sz="800">
              <a:solidFill>
                <a:srgbClr val="94B6BD"/>
              </a:solidFill>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3" name="Shape 543"/>
        <p:cNvGrpSpPr/>
        <p:nvPr/>
      </p:nvGrpSpPr>
      <p:grpSpPr>
        <a:xfrm>
          <a:off x="0" y="0"/>
          <a:ext cx="0" cy="0"/>
          <a:chOff x="0" y="0"/>
          <a:chExt cx="0" cy="0"/>
        </a:xfrm>
      </p:grpSpPr>
      <p:sp>
        <p:nvSpPr>
          <p:cNvPr id="544" name="Google Shape;544;p49"/>
          <p:cNvSpPr txBox="1"/>
          <p:nvPr>
            <p:ph idx="1" type="body"/>
          </p:nvPr>
        </p:nvSpPr>
        <p:spPr>
          <a:xfrm>
            <a:off x="1303800" y="4138975"/>
            <a:ext cx="5843100" cy="534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Heart Rate Variability Normal Range</a:t>
            </a:r>
            <a:endParaRPr/>
          </a:p>
        </p:txBody>
      </p:sp>
      <p:sp>
        <p:nvSpPr>
          <p:cNvPr id="545" name="Google Shape;545;p49"/>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pic>
        <p:nvPicPr>
          <p:cNvPr id="546" name="Google Shape;546;p49"/>
          <p:cNvPicPr preferRelativeResize="0"/>
          <p:nvPr/>
        </p:nvPicPr>
        <p:blipFill>
          <a:blip r:embed="rId3">
            <a:alphaModFix/>
          </a:blip>
          <a:stretch>
            <a:fillRect/>
          </a:stretch>
        </p:blipFill>
        <p:spPr>
          <a:xfrm>
            <a:off x="900598" y="973500"/>
            <a:ext cx="3280625" cy="2625225"/>
          </a:xfrm>
          <a:prstGeom prst="rect">
            <a:avLst/>
          </a:prstGeom>
          <a:noFill/>
          <a:ln>
            <a:noFill/>
          </a:ln>
        </p:spPr>
      </p:pic>
      <p:pic>
        <p:nvPicPr>
          <p:cNvPr id="547" name="Google Shape;547;p49"/>
          <p:cNvPicPr preferRelativeResize="0"/>
          <p:nvPr/>
        </p:nvPicPr>
        <p:blipFill>
          <a:blip r:embed="rId4">
            <a:alphaModFix/>
          </a:blip>
          <a:stretch>
            <a:fillRect/>
          </a:stretch>
        </p:blipFill>
        <p:spPr>
          <a:xfrm>
            <a:off x="4922125" y="972582"/>
            <a:ext cx="3280625" cy="2627068"/>
          </a:xfrm>
          <a:prstGeom prst="rect">
            <a:avLst/>
          </a:prstGeom>
          <a:noFill/>
          <a:ln>
            <a:noFill/>
          </a:ln>
        </p:spPr>
      </p:pic>
      <p:sp>
        <p:nvSpPr>
          <p:cNvPr id="548" name="Google Shape;548;p49"/>
          <p:cNvSpPr txBox="1"/>
          <p:nvPr/>
        </p:nvSpPr>
        <p:spPr>
          <a:xfrm>
            <a:off x="800450" y="4547875"/>
            <a:ext cx="7537200" cy="3078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s-419" sz="800">
                <a:solidFill>
                  <a:srgbClr val="94B6BD"/>
                </a:solidFill>
              </a:rPr>
              <a:t>https://www.kubios.com/blog/heart-rate-variability-normal-range/</a:t>
            </a:r>
            <a:endParaRPr sz="800">
              <a:solidFill>
                <a:srgbClr val="94B6BD"/>
              </a:solidFill>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2" name="Shape 552"/>
        <p:cNvGrpSpPr/>
        <p:nvPr/>
      </p:nvGrpSpPr>
      <p:grpSpPr>
        <a:xfrm>
          <a:off x="0" y="0"/>
          <a:ext cx="0" cy="0"/>
          <a:chOff x="0" y="0"/>
          <a:chExt cx="0" cy="0"/>
        </a:xfrm>
      </p:grpSpPr>
      <p:sp>
        <p:nvSpPr>
          <p:cNvPr id="553" name="Google Shape;553;p50"/>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sz="2400">
              <a:solidFill>
                <a:schemeClr val="dk1"/>
              </a:solidFill>
            </a:endParaRPr>
          </a:p>
          <a:p>
            <a:pPr indent="0" lvl="0" marL="0" rtl="0" algn="l">
              <a:spcBef>
                <a:spcPts val="0"/>
              </a:spcBef>
              <a:spcAft>
                <a:spcPts val="0"/>
              </a:spcAft>
              <a:buNone/>
            </a:pPr>
            <a:r>
              <a:rPr lang="es-419" sz="2400">
                <a:solidFill>
                  <a:schemeClr val="dk1"/>
                </a:solidFill>
              </a:rPr>
              <a:t>Frequency-domain measures</a:t>
            </a:r>
            <a:endParaRPr sz="2400">
              <a:solidFill>
                <a:schemeClr val="dk1"/>
              </a:solidFill>
            </a:endParaRPr>
          </a:p>
        </p:txBody>
      </p:sp>
      <p:sp>
        <p:nvSpPr>
          <p:cNvPr id="554" name="Google Shape;554;p50"/>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
        <p:nvSpPr>
          <p:cNvPr id="555" name="Google Shape;555;p50"/>
          <p:cNvSpPr txBox="1"/>
          <p:nvPr>
            <p:ph idx="1" type="body"/>
          </p:nvPr>
        </p:nvSpPr>
        <p:spPr>
          <a:xfrm>
            <a:off x="1303800" y="1761450"/>
            <a:ext cx="7030500" cy="2541600"/>
          </a:xfrm>
          <a:prstGeom prst="rect">
            <a:avLst/>
          </a:prstGeom>
        </p:spPr>
        <p:txBody>
          <a:bodyPr anchorCtr="0" anchor="t" bIns="91425" lIns="91425" spcFirstLastPara="1" rIns="91425" wrap="square" tIns="91425">
            <a:normAutofit/>
          </a:bodyPr>
          <a:lstStyle/>
          <a:p>
            <a:pPr indent="-317500" lvl="0" marL="457200" rtl="0" algn="l">
              <a:spcBef>
                <a:spcPts val="0"/>
              </a:spcBef>
              <a:spcAft>
                <a:spcPts val="0"/>
              </a:spcAft>
              <a:buSzPts val="1400"/>
              <a:buChar char="●"/>
            </a:pPr>
            <a:r>
              <a:rPr lang="es-419"/>
              <a:t>low-frequency, frequency spectrum between 0.05-0.15Hz (LF)</a:t>
            </a:r>
            <a:endParaRPr/>
          </a:p>
          <a:p>
            <a:pPr indent="-317500" lvl="0" marL="457200" rtl="0" algn="l">
              <a:spcBef>
                <a:spcPts val="0"/>
              </a:spcBef>
              <a:spcAft>
                <a:spcPts val="0"/>
              </a:spcAft>
              <a:buSzPts val="1400"/>
              <a:buChar char="●"/>
            </a:pPr>
            <a:r>
              <a:rPr lang="es-419"/>
              <a:t>high-frequency, frequency spectrum between 0.15-0.5Hz (HF)</a:t>
            </a:r>
            <a:endParaRPr/>
          </a:p>
          <a:p>
            <a:pPr indent="-317500" lvl="0" marL="457200" rtl="0" algn="l">
              <a:spcBef>
                <a:spcPts val="0"/>
              </a:spcBef>
              <a:spcAft>
                <a:spcPts val="0"/>
              </a:spcAft>
              <a:buSzPts val="1400"/>
              <a:buChar char="●"/>
            </a:pPr>
            <a:r>
              <a:rPr lang="es-419"/>
              <a:t>the ration high frequency / low frequency (HF/LF)</a:t>
            </a:r>
            <a:endParaRPr/>
          </a:p>
          <a:p>
            <a:pPr indent="0" lvl="0" marL="0" rtl="0" algn="l">
              <a:spcBef>
                <a:spcPts val="1200"/>
              </a:spcBef>
              <a:spcAft>
                <a:spcPts val="1200"/>
              </a:spcAft>
              <a:buNone/>
            </a:pPr>
            <a:r>
              <a:rPr lang="es-419"/>
              <a:t>Las medidas se calculan a partir de la PSD (densidad espectral de potencia), que a su vez se estima utilizando métodos basados en FFT, Periodograma o Welch. El valor predeterminado es el método de Welch.</a:t>
            </a:r>
            <a:endParaRPr/>
          </a:p>
        </p:txBody>
      </p:sp>
      <p:sp>
        <p:nvSpPr>
          <p:cNvPr id="556" name="Google Shape;556;p50"/>
          <p:cNvSpPr txBox="1"/>
          <p:nvPr/>
        </p:nvSpPr>
        <p:spPr>
          <a:xfrm>
            <a:off x="800450" y="4547875"/>
            <a:ext cx="7537200" cy="3078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s-419" sz="800">
                <a:solidFill>
                  <a:srgbClr val="94B6BD"/>
                </a:solidFill>
              </a:rPr>
              <a:t>https://www.kubios.com/blog/hrv-analysis-methods/</a:t>
            </a:r>
            <a:endParaRPr sz="800">
              <a:solidFill>
                <a:srgbClr val="94B6BD"/>
              </a:solidFill>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0" name="Shape 560"/>
        <p:cNvGrpSpPr/>
        <p:nvPr/>
      </p:nvGrpSpPr>
      <p:grpSpPr>
        <a:xfrm>
          <a:off x="0" y="0"/>
          <a:ext cx="0" cy="0"/>
          <a:chOff x="0" y="0"/>
          <a:chExt cx="0" cy="0"/>
        </a:xfrm>
      </p:grpSpPr>
      <p:sp>
        <p:nvSpPr>
          <p:cNvPr id="561" name="Google Shape;561;p51"/>
          <p:cNvSpPr txBox="1"/>
          <p:nvPr>
            <p:ph type="title"/>
          </p:nvPr>
        </p:nvSpPr>
        <p:spPr>
          <a:xfrm>
            <a:off x="824000" y="1613825"/>
            <a:ext cx="6386700" cy="18729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s-419"/>
              <a:t>5</a:t>
            </a:r>
            <a:r>
              <a:rPr lang="es-419"/>
              <a:t>.5 Ejemplo</a:t>
            </a:r>
            <a:endParaRPr/>
          </a:p>
        </p:txBody>
      </p:sp>
      <p:sp>
        <p:nvSpPr>
          <p:cNvPr id="562" name="Google Shape;562;p51"/>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6" name="Shape 566"/>
        <p:cNvGrpSpPr/>
        <p:nvPr/>
      </p:nvGrpSpPr>
      <p:grpSpPr>
        <a:xfrm>
          <a:off x="0" y="0"/>
          <a:ext cx="0" cy="0"/>
          <a:chOff x="0" y="0"/>
          <a:chExt cx="0" cy="0"/>
        </a:xfrm>
      </p:grpSpPr>
      <p:sp>
        <p:nvSpPr>
          <p:cNvPr id="567" name="Google Shape;567;p52"/>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Notebook - Github</a:t>
            </a:r>
            <a:endParaRPr/>
          </a:p>
        </p:txBody>
      </p:sp>
      <p:sp>
        <p:nvSpPr>
          <p:cNvPr id="568" name="Google Shape;568;p52"/>
          <p:cNvSpPr txBox="1"/>
          <p:nvPr>
            <p:ph idx="1" type="body"/>
          </p:nvPr>
        </p:nvSpPr>
        <p:spPr>
          <a:xfrm>
            <a:off x="1303800" y="1990050"/>
            <a:ext cx="7030500" cy="2541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s-419" sz="1800"/>
              <a:t>https://github.com/husseinlopez/cdsi2025/blob/main/U5_example-ecg.ipynb</a:t>
            </a:r>
            <a:endParaRPr sz="1800"/>
          </a:p>
          <a:p>
            <a:pPr indent="0" lvl="0" marL="0" rtl="0" algn="ctr">
              <a:spcBef>
                <a:spcPts val="1200"/>
              </a:spcBef>
              <a:spcAft>
                <a:spcPts val="0"/>
              </a:spcAft>
              <a:buNone/>
            </a:pPr>
            <a:r>
              <a:t/>
            </a:r>
            <a:endParaRPr sz="1800"/>
          </a:p>
          <a:p>
            <a:pPr indent="0" lvl="0" marL="0" rtl="0" algn="ctr">
              <a:spcBef>
                <a:spcPts val="1200"/>
              </a:spcBef>
              <a:spcAft>
                <a:spcPts val="1200"/>
              </a:spcAft>
              <a:buNone/>
            </a:pPr>
            <a:r>
              <a:rPr lang="es-419" sz="1800"/>
              <a:t>Dataset:</a:t>
            </a:r>
            <a:br>
              <a:rPr lang="es-419" sz="1800"/>
            </a:br>
            <a:r>
              <a:rPr lang="es-419" sz="1800"/>
              <a:t>https://physionet.org/content/edb/1.0.0/</a:t>
            </a:r>
            <a:endParaRPr sz="1800"/>
          </a:p>
        </p:txBody>
      </p:sp>
      <p:sp>
        <p:nvSpPr>
          <p:cNvPr id="569" name="Google Shape;569;p52"/>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3" name="Shape 573"/>
        <p:cNvGrpSpPr/>
        <p:nvPr/>
      </p:nvGrpSpPr>
      <p:grpSpPr>
        <a:xfrm>
          <a:off x="0" y="0"/>
          <a:ext cx="0" cy="0"/>
          <a:chOff x="0" y="0"/>
          <a:chExt cx="0" cy="0"/>
        </a:xfrm>
      </p:grpSpPr>
      <p:sp>
        <p:nvSpPr>
          <p:cNvPr id="574" name="Google Shape;574;p53"/>
          <p:cNvSpPr txBox="1"/>
          <p:nvPr>
            <p:ph type="title"/>
          </p:nvPr>
        </p:nvSpPr>
        <p:spPr>
          <a:xfrm>
            <a:off x="824000" y="1613825"/>
            <a:ext cx="7626900" cy="18729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s-419"/>
              <a:t>Práctica</a:t>
            </a:r>
            <a:r>
              <a:rPr lang="es-419"/>
              <a:t> 4: señales ECG</a:t>
            </a:r>
            <a:endParaRPr/>
          </a:p>
          <a:p>
            <a:pPr indent="0" lvl="0" marL="0" rtl="0" algn="l">
              <a:spcBef>
                <a:spcPts val="0"/>
              </a:spcBef>
              <a:spcAft>
                <a:spcPts val="0"/>
              </a:spcAft>
              <a:buNone/>
            </a:pPr>
            <a:r>
              <a:rPr b="0" lang="es-419" sz="3200">
                <a:solidFill>
                  <a:schemeClr val="accent3"/>
                </a:solidFill>
              </a:rPr>
              <a:t>(Valor: 15%)</a:t>
            </a:r>
            <a:endParaRPr b="0" sz="3200">
              <a:solidFill>
                <a:schemeClr val="accent3"/>
              </a:solidFill>
            </a:endParaRPr>
          </a:p>
        </p:txBody>
      </p:sp>
      <p:sp>
        <p:nvSpPr>
          <p:cNvPr id="575" name="Google Shape;575;p53"/>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9" name="Shape 579"/>
        <p:cNvGrpSpPr/>
        <p:nvPr/>
      </p:nvGrpSpPr>
      <p:grpSpPr>
        <a:xfrm>
          <a:off x="0" y="0"/>
          <a:ext cx="0" cy="0"/>
          <a:chOff x="0" y="0"/>
          <a:chExt cx="0" cy="0"/>
        </a:xfrm>
      </p:grpSpPr>
      <p:sp>
        <p:nvSpPr>
          <p:cNvPr id="580" name="Google Shape;580;p54"/>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
        <p:nvSpPr>
          <p:cNvPr id="581" name="Google Shape;581;p54"/>
          <p:cNvSpPr txBox="1"/>
          <p:nvPr>
            <p:ph type="title"/>
          </p:nvPr>
        </p:nvSpPr>
        <p:spPr>
          <a:xfrm>
            <a:off x="1303800" y="598575"/>
            <a:ext cx="3591600" cy="1466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sz="2500"/>
              <a:t>Estudio</a:t>
            </a:r>
            <a:r>
              <a:rPr lang="es-419" sz="2500"/>
              <a:t> de miedo a las alturas</a:t>
            </a:r>
            <a:r>
              <a:rPr lang="es-419" sz="2500"/>
              <a:t> con VR</a:t>
            </a:r>
            <a:endParaRPr sz="2500"/>
          </a:p>
        </p:txBody>
      </p:sp>
      <p:grpSp>
        <p:nvGrpSpPr>
          <p:cNvPr id="582" name="Google Shape;582;p54"/>
          <p:cNvGrpSpPr/>
          <p:nvPr/>
        </p:nvGrpSpPr>
        <p:grpSpPr>
          <a:xfrm>
            <a:off x="435152" y="1962400"/>
            <a:ext cx="8276921" cy="547168"/>
            <a:chOff x="1787786" y="2322568"/>
            <a:chExt cx="5763070" cy="643500"/>
          </a:xfrm>
        </p:grpSpPr>
        <p:sp>
          <p:nvSpPr>
            <p:cNvPr id="583" name="Google Shape;583;p54"/>
            <p:cNvSpPr/>
            <p:nvPr/>
          </p:nvSpPr>
          <p:spPr>
            <a:xfrm>
              <a:off x="3049656" y="2322568"/>
              <a:ext cx="4501200" cy="643500"/>
            </a:xfrm>
            <a:prstGeom prst="rect">
              <a:avLst/>
            </a:prstGeom>
            <a:solidFill>
              <a:srgbClr val="EEEEE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4" name="Google Shape;584;p54"/>
            <p:cNvSpPr/>
            <p:nvPr/>
          </p:nvSpPr>
          <p:spPr>
            <a:xfrm flipH="1">
              <a:off x="2169754" y="2322568"/>
              <a:ext cx="879900" cy="642600"/>
            </a:xfrm>
            <a:prstGeom prst="rect">
              <a:avLst/>
            </a:prstGeom>
            <a:solidFill>
              <a:srgbClr val="CCD4D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5" name="Google Shape;585;p54"/>
            <p:cNvSpPr/>
            <p:nvPr/>
          </p:nvSpPr>
          <p:spPr>
            <a:xfrm rot="-5400000">
              <a:off x="2681046" y="2371515"/>
              <a:ext cx="643361" cy="545467"/>
            </a:xfrm>
            <a:prstGeom prst="flowChartOffpageConnector">
              <a:avLst/>
            </a:prstGeom>
            <a:solidFill>
              <a:srgbClr val="CCD4D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 name="Google Shape;586;p54"/>
            <p:cNvSpPr/>
            <p:nvPr/>
          </p:nvSpPr>
          <p:spPr>
            <a:xfrm>
              <a:off x="2169678" y="2399952"/>
              <a:ext cx="879900" cy="4959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s-419" sz="900">
                  <a:solidFill>
                    <a:schemeClr val="dk2"/>
                  </a:solidFill>
                  <a:latin typeface="Roboto Medium"/>
                  <a:ea typeface="Roboto Medium"/>
                  <a:cs typeface="Roboto Medium"/>
                  <a:sym typeface="Roboto Medium"/>
                </a:rPr>
                <a:t>Recolección de datos fisiológicos</a:t>
              </a:r>
              <a:endParaRPr sz="900">
                <a:solidFill>
                  <a:schemeClr val="dk2"/>
                </a:solidFill>
                <a:latin typeface="Roboto"/>
                <a:ea typeface="Roboto"/>
                <a:cs typeface="Roboto"/>
                <a:sym typeface="Roboto"/>
              </a:endParaRPr>
            </a:p>
          </p:txBody>
        </p:sp>
        <p:sp>
          <p:nvSpPr>
            <p:cNvPr id="587" name="Google Shape;587;p54"/>
            <p:cNvSpPr/>
            <p:nvPr/>
          </p:nvSpPr>
          <p:spPr>
            <a:xfrm>
              <a:off x="1787786" y="2322568"/>
              <a:ext cx="381900" cy="6426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s-419" sz="2400">
                  <a:solidFill>
                    <a:srgbClr val="FFFFFF"/>
                  </a:solidFill>
                  <a:latin typeface="Roboto Thin"/>
                  <a:ea typeface="Roboto Thin"/>
                  <a:cs typeface="Roboto Thin"/>
                  <a:sym typeface="Roboto Thin"/>
                </a:rPr>
                <a:t>01</a:t>
              </a:r>
              <a:endParaRPr sz="2400">
                <a:solidFill>
                  <a:srgbClr val="FFFFFF"/>
                </a:solidFill>
                <a:latin typeface="Roboto Thin"/>
                <a:ea typeface="Roboto Thin"/>
                <a:cs typeface="Roboto Thin"/>
                <a:sym typeface="Roboto Thin"/>
              </a:endParaRPr>
            </a:p>
          </p:txBody>
        </p:sp>
        <p:sp>
          <p:nvSpPr>
            <p:cNvPr id="588" name="Google Shape;588;p54"/>
            <p:cNvSpPr/>
            <p:nvPr/>
          </p:nvSpPr>
          <p:spPr>
            <a:xfrm>
              <a:off x="3170775" y="2323744"/>
              <a:ext cx="4380000" cy="642300"/>
            </a:xfrm>
            <a:prstGeom prst="rect">
              <a:avLst/>
            </a:prstGeom>
            <a:noFill/>
            <a:ln>
              <a:noFill/>
            </a:ln>
          </p:spPr>
          <p:txBody>
            <a:bodyPr anchorCtr="0" anchor="ctr" bIns="91425" lIns="91425" spcFirstLastPara="1" rIns="91425" wrap="square" tIns="91425">
              <a:noAutofit/>
            </a:bodyPr>
            <a:lstStyle/>
            <a:p>
              <a:pPr indent="-140801" lvl="0" marL="360000" rtl="0" algn="l">
                <a:lnSpc>
                  <a:spcPct val="115000"/>
                </a:lnSpc>
                <a:spcBef>
                  <a:spcPts val="0"/>
                </a:spcBef>
                <a:spcAft>
                  <a:spcPts val="0"/>
                </a:spcAft>
                <a:buClr>
                  <a:schemeClr val="dk2"/>
                </a:buClr>
                <a:buSzPts val="800"/>
                <a:buFont typeface="Roboto"/>
                <a:buChar char="●"/>
              </a:pPr>
              <a:r>
                <a:rPr lang="es-419" sz="800">
                  <a:solidFill>
                    <a:schemeClr val="dk2"/>
                  </a:solidFill>
                  <a:latin typeface="Roboto"/>
                  <a:ea typeface="Roboto"/>
                  <a:cs typeface="Roboto"/>
                  <a:sym typeface="Roboto"/>
                </a:rPr>
                <a:t>El escenario de recolección es un ambiente virtual en el que los participantes deber</a:t>
              </a:r>
              <a:r>
                <a:rPr lang="es-419" sz="800">
                  <a:solidFill>
                    <a:schemeClr val="dk2"/>
                  </a:solidFill>
                  <a:latin typeface="Roboto"/>
                  <a:ea typeface="Roboto"/>
                  <a:cs typeface="Roboto"/>
                  <a:sym typeface="Roboto"/>
                </a:rPr>
                <a:t>án caminar sobre una tabla a una determinada altura mientras portan el sensor de ritmo cardíaco Polar H10.</a:t>
              </a:r>
              <a:endParaRPr sz="800">
                <a:solidFill>
                  <a:schemeClr val="dk2"/>
                </a:solidFill>
                <a:latin typeface="Roboto"/>
                <a:ea typeface="Roboto"/>
                <a:cs typeface="Roboto"/>
                <a:sym typeface="Roboto"/>
              </a:endParaRPr>
            </a:p>
          </p:txBody>
        </p:sp>
      </p:grpSp>
      <p:grpSp>
        <p:nvGrpSpPr>
          <p:cNvPr id="589" name="Google Shape;589;p54"/>
          <p:cNvGrpSpPr/>
          <p:nvPr/>
        </p:nvGrpSpPr>
        <p:grpSpPr>
          <a:xfrm>
            <a:off x="435152" y="2519250"/>
            <a:ext cx="8276921" cy="547168"/>
            <a:chOff x="1787786" y="2322568"/>
            <a:chExt cx="5763070" cy="643500"/>
          </a:xfrm>
        </p:grpSpPr>
        <p:sp>
          <p:nvSpPr>
            <p:cNvPr id="590" name="Google Shape;590;p54"/>
            <p:cNvSpPr/>
            <p:nvPr/>
          </p:nvSpPr>
          <p:spPr>
            <a:xfrm>
              <a:off x="3049656" y="2322568"/>
              <a:ext cx="4501200" cy="643500"/>
            </a:xfrm>
            <a:prstGeom prst="rect">
              <a:avLst/>
            </a:prstGeom>
            <a:solidFill>
              <a:srgbClr val="EEEEE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1" name="Google Shape;591;p54"/>
            <p:cNvSpPr/>
            <p:nvPr/>
          </p:nvSpPr>
          <p:spPr>
            <a:xfrm flipH="1">
              <a:off x="2169754" y="2322568"/>
              <a:ext cx="879900" cy="642600"/>
            </a:xfrm>
            <a:prstGeom prst="rect">
              <a:avLst/>
            </a:prstGeom>
            <a:solidFill>
              <a:srgbClr val="CCD4D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2" name="Google Shape;592;p54"/>
            <p:cNvSpPr/>
            <p:nvPr/>
          </p:nvSpPr>
          <p:spPr>
            <a:xfrm rot="-5400000">
              <a:off x="2681046" y="2371515"/>
              <a:ext cx="643361" cy="545467"/>
            </a:xfrm>
            <a:prstGeom prst="flowChartOffpageConnector">
              <a:avLst/>
            </a:prstGeom>
            <a:solidFill>
              <a:srgbClr val="CCD4D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3" name="Google Shape;593;p54"/>
            <p:cNvSpPr/>
            <p:nvPr/>
          </p:nvSpPr>
          <p:spPr>
            <a:xfrm>
              <a:off x="2169678" y="2399952"/>
              <a:ext cx="879900" cy="4959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s-419" sz="900">
                  <a:solidFill>
                    <a:schemeClr val="dk2"/>
                  </a:solidFill>
                  <a:latin typeface="Roboto Medium"/>
                  <a:ea typeface="Roboto Medium"/>
                  <a:cs typeface="Roboto Medium"/>
                  <a:sym typeface="Roboto Medium"/>
                </a:rPr>
                <a:t>Análisis de los datos</a:t>
              </a:r>
              <a:endParaRPr sz="900">
                <a:solidFill>
                  <a:schemeClr val="dk2"/>
                </a:solidFill>
                <a:latin typeface="Roboto"/>
                <a:ea typeface="Roboto"/>
                <a:cs typeface="Roboto"/>
                <a:sym typeface="Roboto"/>
              </a:endParaRPr>
            </a:p>
          </p:txBody>
        </p:sp>
        <p:sp>
          <p:nvSpPr>
            <p:cNvPr id="594" name="Google Shape;594;p54"/>
            <p:cNvSpPr/>
            <p:nvPr/>
          </p:nvSpPr>
          <p:spPr>
            <a:xfrm>
              <a:off x="1787786" y="2322568"/>
              <a:ext cx="381900" cy="6426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s-419" sz="2400">
                  <a:solidFill>
                    <a:srgbClr val="FFFFFF"/>
                  </a:solidFill>
                  <a:latin typeface="Roboto Thin"/>
                  <a:ea typeface="Roboto Thin"/>
                  <a:cs typeface="Roboto Thin"/>
                  <a:sym typeface="Roboto Thin"/>
                </a:rPr>
                <a:t>02</a:t>
              </a:r>
              <a:endParaRPr sz="2400">
                <a:solidFill>
                  <a:srgbClr val="FFFFFF"/>
                </a:solidFill>
                <a:latin typeface="Roboto Thin"/>
                <a:ea typeface="Roboto Thin"/>
                <a:cs typeface="Roboto Thin"/>
                <a:sym typeface="Roboto Thin"/>
              </a:endParaRPr>
            </a:p>
          </p:txBody>
        </p:sp>
        <p:sp>
          <p:nvSpPr>
            <p:cNvPr id="595" name="Google Shape;595;p54"/>
            <p:cNvSpPr/>
            <p:nvPr/>
          </p:nvSpPr>
          <p:spPr>
            <a:xfrm>
              <a:off x="3170775" y="2323744"/>
              <a:ext cx="4380000" cy="642300"/>
            </a:xfrm>
            <a:prstGeom prst="rect">
              <a:avLst/>
            </a:prstGeom>
            <a:noFill/>
            <a:ln>
              <a:noFill/>
            </a:ln>
          </p:spPr>
          <p:txBody>
            <a:bodyPr anchorCtr="0" anchor="ctr" bIns="91425" lIns="91425" spcFirstLastPara="1" rIns="91425" wrap="square" tIns="91425">
              <a:noAutofit/>
            </a:bodyPr>
            <a:lstStyle/>
            <a:p>
              <a:pPr indent="-140801" lvl="0" marL="360000" rtl="0" algn="l">
                <a:lnSpc>
                  <a:spcPct val="115000"/>
                </a:lnSpc>
                <a:spcBef>
                  <a:spcPts val="0"/>
                </a:spcBef>
                <a:spcAft>
                  <a:spcPts val="0"/>
                </a:spcAft>
                <a:buClr>
                  <a:schemeClr val="dk2"/>
                </a:buClr>
                <a:buSzPts val="800"/>
                <a:buFont typeface="Roboto"/>
                <a:buChar char="●"/>
              </a:pPr>
              <a:r>
                <a:rPr lang="es-419" sz="800">
                  <a:solidFill>
                    <a:schemeClr val="dk2"/>
                  </a:solidFill>
                  <a:latin typeface="Roboto"/>
                  <a:ea typeface="Roboto"/>
                  <a:cs typeface="Roboto"/>
                  <a:sym typeface="Roboto"/>
                </a:rPr>
                <a:t>Los datos fisiológicos recopilados corresponden al HRV, considerando el basal antes de la intervención.</a:t>
              </a:r>
              <a:endParaRPr sz="800">
                <a:solidFill>
                  <a:schemeClr val="dk2"/>
                </a:solidFill>
                <a:latin typeface="Roboto"/>
                <a:ea typeface="Roboto"/>
                <a:cs typeface="Roboto"/>
                <a:sym typeface="Roboto"/>
              </a:endParaRPr>
            </a:p>
            <a:p>
              <a:pPr indent="-140801" lvl="0" marL="360000" rtl="0" algn="l">
                <a:lnSpc>
                  <a:spcPct val="115000"/>
                </a:lnSpc>
                <a:spcBef>
                  <a:spcPts val="0"/>
                </a:spcBef>
                <a:spcAft>
                  <a:spcPts val="0"/>
                </a:spcAft>
                <a:buClr>
                  <a:schemeClr val="dk2"/>
                </a:buClr>
                <a:buSzPts val="800"/>
                <a:buFont typeface="Roboto"/>
                <a:buChar char="●"/>
              </a:pPr>
              <a:r>
                <a:rPr lang="es-419" sz="800">
                  <a:solidFill>
                    <a:schemeClr val="dk2"/>
                  </a:solidFill>
                  <a:latin typeface="Roboto"/>
                  <a:ea typeface="Roboto"/>
                  <a:cs typeface="Roboto"/>
                  <a:sym typeface="Roboto"/>
                </a:rPr>
                <a:t>Se proporcionarán etiquetas de sexo, experiencia, vértico, tiempo eventos, y nivel de miedo, proporcinados por un observador.</a:t>
              </a:r>
              <a:endParaRPr sz="800">
                <a:solidFill>
                  <a:schemeClr val="dk2"/>
                </a:solidFill>
                <a:latin typeface="Roboto"/>
                <a:ea typeface="Roboto"/>
                <a:cs typeface="Roboto"/>
                <a:sym typeface="Roboto"/>
              </a:endParaRPr>
            </a:p>
          </p:txBody>
        </p:sp>
      </p:grpSp>
      <p:grpSp>
        <p:nvGrpSpPr>
          <p:cNvPr id="596" name="Google Shape;596;p54"/>
          <p:cNvGrpSpPr/>
          <p:nvPr/>
        </p:nvGrpSpPr>
        <p:grpSpPr>
          <a:xfrm>
            <a:off x="435152" y="3076112"/>
            <a:ext cx="8276921" cy="547168"/>
            <a:chOff x="1787786" y="2322568"/>
            <a:chExt cx="5763070" cy="643500"/>
          </a:xfrm>
        </p:grpSpPr>
        <p:sp>
          <p:nvSpPr>
            <p:cNvPr id="597" name="Google Shape;597;p54"/>
            <p:cNvSpPr/>
            <p:nvPr/>
          </p:nvSpPr>
          <p:spPr>
            <a:xfrm>
              <a:off x="3049656" y="2322568"/>
              <a:ext cx="4501200" cy="643500"/>
            </a:xfrm>
            <a:prstGeom prst="rect">
              <a:avLst/>
            </a:prstGeom>
            <a:solidFill>
              <a:srgbClr val="EEEEE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8" name="Google Shape;598;p54"/>
            <p:cNvSpPr/>
            <p:nvPr/>
          </p:nvSpPr>
          <p:spPr>
            <a:xfrm flipH="1">
              <a:off x="2169754" y="2322568"/>
              <a:ext cx="879900" cy="642600"/>
            </a:xfrm>
            <a:prstGeom prst="rect">
              <a:avLst/>
            </a:prstGeom>
            <a:solidFill>
              <a:srgbClr val="CCD4D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9" name="Google Shape;599;p54"/>
            <p:cNvSpPr/>
            <p:nvPr/>
          </p:nvSpPr>
          <p:spPr>
            <a:xfrm rot="-5400000">
              <a:off x="2681046" y="2371515"/>
              <a:ext cx="643361" cy="545467"/>
            </a:xfrm>
            <a:prstGeom prst="flowChartOffpageConnector">
              <a:avLst/>
            </a:prstGeom>
            <a:solidFill>
              <a:srgbClr val="CCD4D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0" name="Google Shape;600;p54"/>
            <p:cNvSpPr/>
            <p:nvPr/>
          </p:nvSpPr>
          <p:spPr>
            <a:xfrm>
              <a:off x="2169678" y="2399938"/>
              <a:ext cx="924000" cy="4959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s-419" sz="900">
                  <a:solidFill>
                    <a:schemeClr val="dk2"/>
                  </a:solidFill>
                  <a:latin typeface="Roboto Medium"/>
                  <a:ea typeface="Roboto Medium"/>
                  <a:cs typeface="Roboto Medium"/>
                  <a:sym typeface="Roboto Medium"/>
                </a:rPr>
                <a:t>Extracción y selección de características</a:t>
              </a:r>
              <a:endParaRPr sz="900">
                <a:solidFill>
                  <a:schemeClr val="dk2"/>
                </a:solidFill>
                <a:latin typeface="Roboto"/>
                <a:ea typeface="Roboto"/>
                <a:cs typeface="Roboto"/>
                <a:sym typeface="Roboto"/>
              </a:endParaRPr>
            </a:p>
          </p:txBody>
        </p:sp>
        <p:sp>
          <p:nvSpPr>
            <p:cNvPr id="601" name="Google Shape;601;p54"/>
            <p:cNvSpPr/>
            <p:nvPr/>
          </p:nvSpPr>
          <p:spPr>
            <a:xfrm>
              <a:off x="1787786" y="2322568"/>
              <a:ext cx="381900" cy="6426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s-419" sz="2400">
                  <a:solidFill>
                    <a:srgbClr val="FFFFFF"/>
                  </a:solidFill>
                  <a:latin typeface="Roboto Thin"/>
                  <a:ea typeface="Roboto Thin"/>
                  <a:cs typeface="Roboto Thin"/>
                  <a:sym typeface="Roboto Thin"/>
                </a:rPr>
                <a:t>03</a:t>
              </a:r>
              <a:endParaRPr sz="2400">
                <a:solidFill>
                  <a:srgbClr val="FFFFFF"/>
                </a:solidFill>
                <a:latin typeface="Roboto Thin"/>
                <a:ea typeface="Roboto Thin"/>
                <a:cs typeface="Roboto Thin"/>
                <a:sym typeface="Roboto Thin"/>
              </a:endParaRPr>
            </a:p>
          </p:txBody>
        </p:sp>
        <p:sp>
          <p:nvSpPr>
            <p:cNvPr id="602" name="Google Shape;602;p54"/>
            <p:cNvSpPr/>
            <p:nvPr/>
          </p:nvSpPr>
          <p:spPr>
            <a:xfrm>
              <a:off x="3170775" y="2323744"/>
              <a:ext cx="4380000" cy="642300"/>
            </a:xfrm>
            <a:prstGeom prst="rect">
              <a:avLst/>
            </a:prstGeom>
            <a:noFill/>
            <a:ln>
              <a:noFill/>
            </a:ln>
          </p:spPr>
          <p:txBody>
            <a:bodyPr anchorCtr="0" anchor="ctr" bIns="91425" lIns="91425" spcFirstLastPara="1" rIns="91425" wrap="square" tIns="91425">
              <a:noAutofit/>
            </a:bodyPr>
            <a:lstStyle/>
            <a:p>
              <a:pPr indent="-140801" lvl="0" marL="360000" rtl="0" algn="l">
                <a:lnSpc>
                  <a:spcPct val="115000"/>
                </a:lnSpc>
                <a:spcBef>
                  <a:spcPts val="0"/>
                </a:spcBef>
                <a:spcAft>
                  <a:spcPts val="0"/>
                </a:spcAft>
                <a:buClr>
                  <a:schemeClr val="dk2"/>
                </a:buClr>
                <a:buSzPts val="800"/>
                <a:buFont typeface="Roboto"/>
                <a:buChar char="●"/>
              </a:pPr>
              <a:r>
                <a:rPr lang="es-419" sz="800">
                  <a:solidFill>
                    <a:schemeClr val="dk2"/>
                  </a:solidFill>
                  <a:latin typeface="Roboto"/>
                  <a:ea typeface="Roboto"/>
                  <a:cs typeface="Roboto"/>
                  <a:sym typeface="Roboto"/>
                </a:rPr>
                <a:t>Se recomienda trabajar con características extraídas de </a:t>
              </a:r>
              <a:r>
                <a:rPr lang="es-419" sz="800">
                  <a:solidFill>
                    <a:schemeClr val="dk2"/>
                  </a:solidFill>
                  <a:latin typeface="Roboto"/>
                  <a:ea typeface="Roboto"/>
                  <a:cs typeface="Roboto"/>
                  <a:sym typeface="Roboto"/>
                </a:rPr>
                <a:t>bibliotecas</a:t>
              </a:r>
              <a:r>
                <a:rPr lang="es-419" sz="800">
                  <a:solidFill>
                    <a:schemeClr val="dk2"/>
                  </a:solidFill>
                  <a:latin typeface="Roboto"/>
                  <a:ea typeface="Roboto"/>
                  <a:cs typeface="Roboto"/>
                  <a:sym typeface="Roboto"/>
                </a:rPr>
                <a:t> como Kubios.</a:t>
              </a:r>
              <a:endParaRPr sz="800">
                <a:solidFill>
                  <a:schemeClr val="dk2"/>
                </a:solidFill>
                <a:latin typeface="Roboto"/>
                <a:ea typeface="Roboto"/>
                <a:cs typeface="Roboto"/>
                <a:sym typeface="Roboto"/>
              </a:endParaRPr>
            </a:p>
            <a:p>
              <a:pPr indent="-140801" lvl="0" marL="360000" rtl="0" algn="l">
                <a:lnSpc>
                  <a:spcPct val="115000"/>
                </a:lnSpc>
                <a:spcBef>
                  <a:spcPts val="0"/>
                </a:spcBef>
                <a:spcAft>
                  <a:spcPts val="0"/>
                </a:spcAft>
                <a:buClr>
                  <a:schemeClr val="dk2"/>
                </a:buClr>
                <a:buSzPts val="800"/>
                <a:buFont typeface="Roboto"/>
                <a:buChar char="●"/>
              </a:pPr>
              <a:r>
                <a:rPr lang="es-419" sz="800">
                  <a:solidFill>
                    <a:schemeClr val="dk2"/>
                  </a:solidFill>
                  <a:latin typeface="Roboto"/>
                  <a:ea typeface="Roboto"/>
                  <a:cs typeface="Roboto"/>
                  <a:sym typeface="Roboto"/>
                </a:rPr>
                <a:t>Además de utilizar técnicas de selección y reducción para visualizar los datos.</a:t>
              </a:r>
              <a:endParaRPr sz="800">
                <a:solidFill>
                  <a:schemeClr val="dk2"/>
                </a:solidFill>
                <a:latin typeface="Roboto"/>
                <a:ea typeface="Roboto"/>
                <a:cs typeface="Roboto"/>
                <a:sym typeface="Roboto"/>
              </a:endParaRPr>
            </a:p>
          </p:txBody>
        </p:sp>
      </p:grpSp>
      <p:grpSp>
        <p:nvGrpSpPr>
          <p:cNvPr id="603" name="Google Shape;603;p54"/>
          <p:cNvGrpSpPr/>
          <p:nvPr/>
        </p:nvGrpSpPr>
        <p:grpSpPr>
          <a:xfrm>
            <a:off x="433540" y="3632962"/>
            <a:ext cx="8276921" cy="547168"/>
            <a:chOff x="1787786" y="2322568"/>
            <a:chExt cx="5763070" cy="643500"/>
          </a:xfrm>
        </p:grpSpPr>
        <p:sp>
          <p:nvSpPr>
            <p:cNvPr id="604" name="Google Shape;604;p54"/>
            <p:cNvSpPr/>
            <p:nvPr/>
          </p:nvSpPr>
          <p:spPr>
            <a:xfrm>
              <a:off x="3049656" y="2322568"/>
              <a:ext cx="4501200" cy="643500"/>
            </a:xfrm>
            <a:prstGeom prst="rect">
              <a:avLst/>
            </a:prstGeom>
            <a:solidFill>
              <a:srgbClr val="EEEEE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5" name="Google Shape;605;p54"/>
            <p:cNvSpPr/>
            <p:nvPr/>
          </p:nvSpPr>
          <p:spPr>
            <a:xfrm flipH="1">
              <a:off x="2169754" y="2322568"/>
              <a:ext cx="879900" cy="642600"/>
            </a:xfrm>
            <a:prstGeom prst="rect">
              <a:avLst/>
            </a:prstGeom>
            <a:solidFill>
              <a:srgbClr val="CCD4D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6" name="Google Shape;606;p54"/>
            <p:cNvSpPr/>
            <p:nvPr/>
          </p:nvSpPr>
          <p:spPr>
            <a:xfrm rot="-5400000">
              <a:off x="2681046" y="2371515"/>
              <a:ext cx="643361" cy="545467"/>
            </a:xfrm>
            <a:prstGeom prst="flowChartOffpageConnector">
              <a:avLst/>
            </a:prstGeom>
            <a:solidFill>
              <a:srgbClr val="CCD4D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7" name="Google Shape;607;p54"/>
            <p:cNvSpPr/>
            <p:nvPr/>
          </p:nvSpPr>
          <p:spPr>
            <a:xfrm>
              <a:off x="2169669" y="2399938"/>
              <a:ext cx="963600" cy="4959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s-419" sz="900">
                  <a:solidFill>
                    <a:schemeClr val="dk2"/>
                  </a:solidFill>
                  <a:latin typeface="Roboto Medium"/>
                  <a:ea typeface="Roboto Medium"/>
                  <a:cs typeface="Roboto Medium"/>
                  <a:sym typeface="Roboto Medium"/>
                </a:rPr>
                <a:t>Construcción y evaluación de modelos</a:t>
              </a:r>
              <a:endParaRPr sz="900">
                <a:solidFill>
                  <a:schemeClr val="dk2"/>
                </a:solidFill>
                <a:latin typeface="Roboto"/>
                <a:ea typeface="Roboto"/>
                <a:cs typeface="Roboto"/>
                <a:sym typeface="Roboto"/>
              </a:endParaRPr>
            </a:p>
          </p:txBody>
        </p:sp>
        <p:sp>
          <p:nvSpPr>
            <p:cNvPr id="608" name="Google Shape;608;p54"/>
            <p:cNvSpPr/>
            <p:nvPr/>
          </p:nvSpPr>
          <p:spPr>
            <a:xfrm>
              <a:off x="1787786" y="2322568"/>
              <a:ext cx="381900" cy="6426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s-419" sz="2400">
                  <a:solidFill>
                    <a:srgbClr val="FFFFFF"/>
                  </a:solidFill>
                  <a:latin typeface="Roboto Thin"/>
                  <a:ea typeface="Roboto Thin"/>
                  <a:cs typeface="Roboto Thin"/>
                  <a:sym typeface="Roboto Thin"/>
                </a:rPr>
                <a:t>04</a:t>
              </a:r>
              <a:endParaRPr sz="2400">
                <a:solidFill>
                  <a:srgbClr val="FFFFFF"/>
                </a:solidFill>
                <a:latin typeface="Roboto Thin"/>
                <a:ea typeface="Roboto Thin"/>
                <a:cs typeface="Roboto Thin"/>
                <a:sym typeface="Roboto Thin"/>
              </a:endParaRPr>
            </a:p>
          </p:txBody>
        </p:sp>
        <p:sp>
          <p:nvSpPr>
            <p:cNvPr id="609" name="Google Shape;609;p54"/>
            <p:cNvSpPr/>
            <p:nvPr/>
          </p:nvSpPr>
          <p:spPr>
            <a:xfrm>
              <a:off x="3170775" y="2323744"/>
              <a:ext cx="4380000" cy="642300"/>
            </a:xfrm>
            <a:prstGeom prst="rect">
              <a:avLst/>
            </a:prstGeom>
            <a:noFill/>
            <a:ln>
              <a:noFill/>
            </a:ln>
          </p:spPr>
          <p:txBody>
            <a:bodyPr anchorCtr="0" anchor="ctr" bIns="91425" lIns="91425" spcFirstLastPara="1" rIns="91425" wrap="square" tIns="91425">
              <a:noAutofit/>
            </a:bodyPr>
            <a:lstStyle/>
            <a:p>
              <a:pPr indent="-140801" lvl="0" marL="360000" rtl="0" algn="l">
                <a:lnSpc>
                  <a:spcPct val="115000"/>
                </a:lnSpc>
                <a:spcBef>
                  <a:spcPts val="0"/>
                </a:spcBef>
                <a:spcAft>
                  <a:spcPts val="0"/>
                </a:spcAft>
                <a:buClr>
                  <a:schemeClr val="dk2"/>
                </a:buClr>
                <a:buSzPts val="800"/>
                <a:buFont typeface="Roboto"/>
                <a:buChar char="●"/>
              </a:pPr>
              <a:r>
                <a:rPr lang="es-419" sz="800">
                  <a:solidFill>
                    <a:schemeClr val="dk2"/>
                  </a:solidFill>
                  <a:latin typeface="Roboto"/>
                  <a:ea typeface="Roboto"/>
                  <a:cs typeface="Roboto"/>
                  <a:sym typeface="Roboto"/>
                </a:rPr>
                <a:t>Determinar el tipo de tarea a resolver, e.g., clasificar los niveles de miedo.</a:t>
              </a:r>
              <a:endParaRPr sz="800">
                <a:solidFill>
                  <a:schemeClr val="dk2"/>
                </a:solidFill>
                <a:latin typeface="Roboto"/>
                <a:ea typeface="Roboto"/>
                <a:cs typeface="Roboto"/>
                <a:sym typeface="Roboto"/>
              </a:endParaRPr>
            </a:p>
            <a:p>
              <a:pPr indent="-140801" lvl="0" marL="360000" rtl="0" algn="l">
                <a:lnSpc>
                  <a:spcPct val="115000"/>
                </a:lnSpc>
                <a:spcBef>
                  <a:spcPts val="0"/>
                </a:spcBef>
                <a:spcAft>
                  <a:spcPts val="0"/>
                </a:spcAft>
                <a:buClr>
                  <a:schemeClr val="dk2"/>
                </a:buClr>
                <a:buSzPts val="800"/>
                <a:buFont typeface="Roboto"/>
                <a:buChar char="●"/>
              </a:pPr>
              <a:r>
                <a:rPr lang="es-419" sz="800">
                  <a:solidFill>
                    <a:schemeClr val="dk2"/>
                  </a:solidFill>
                  <a:latin typeface="Roboto"/>
                  <a:ea typeface="Roboto"/>
                  <a:cs typeface="Roboto"/>
                  <a:sym typeface="Roboto"/>
                </a:rPr>
                <a:t>Probar diferentes modelos basados en ML.</a:t>
              </a:r>
              <a:endParaRPr sz="800">
                <a:solidFill>
                  <a:schemeClr val="dk2"/>
                </a:solidFill>
                <a:latin typeface="Roboto"/>
                <a:ea typeface="Roboto"/>
                <a:cs typeface="Roboto"/>
                <a:sym typeface="Roboto"/>
              </a:endParaRPr>
            </a:p>
          </p:txBody>
        </p:sp>
      </p:grpSp>
      <p:grpSp>
        <p:nvGrpSpPr>
          <p:cNvPr id="610" name="Google Shape;610;p54"/>
          <p:cNvGrpSpPr/>
          <p:nvPr/>
        </p:nvGrpSpPr>
        <p:grpSpPr>
          <a:xfrm>
            <a:off x="433540" y="4189812"/>
            <a:ext cx="8276921" cy="547168"/>
            <a:chOff x="1787786" y="2322568"/>
            <a:chExt cx="5763070" cy="643500"/>
          </a:xfrm>
        </p:grpSpPr>
        <p:sp>
          <p:nvSpPr>
            <p:cNvPr id="611" name="Google Shape;611;p54"/>
            <p:cNvSpPr/>
            <p:nvPr/>
          </p:nvSpPr>
          <p:spPr>
            <a:xfrm>
              <a:off x="3049656" y="2322568"/>
              <a:ext cx="4501200" cy="643500"/>
            </a:xfrm>
            <a:prstGeom prst="rect">
              <a:avLst/>
            </a:prstGeom>
            <a:solidFill>
              <a:srgbClr val="EEEEE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2" name="Google Shape;612;p54"/>
            <p:cNvSpPr/>
            <p:nvPr/>
          </p:nvSpPr>
          <p:spPr>
            <a:xfrm flipH="1">
              <a:off x="2169754" y="2322568"/>
              <a:ext cx="879900" cy="642600"/>
            </a:xfrm>
            <a:prstGeom prst="rect">
              <a:avLst/>
            </a:prstGeom>
            <a:solidFill>
              <a:srgbClr val="CCD4D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3" name="Google Shape;613;p54"/>
            <p:cNvSpPr/>
            <p:nvPr/>
          </p:nvSpPr>
          <p:spPr>
            <a:xfrm rot="-5400000">
              <a:off x="2681046" y="2371515"/>
              <a:ext cx="643361" cy="545467"/>
            </a:xfrm>
            <a:prstGeom prst="flowChartOffpageConnector">
              <a:avLst/>
            </a:prstGeom>
            <a:solidFill>
              <a:srgbClr val="CCD4D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4" name="Google Shape;614;p54"/>
            <p:cNvSpPr/>
            <p:nvPr/>
          </p:nvSpPr>
          <p:spPr>
            <a:xfrm>
              <a:off x="2169669" y="2399938"/>
              <a:ext cx="963600" cy="4959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s-419" sz="900">
                  <a:solidFill>
                    <a:schemeClr val="dk2"/>
                  </a:solidFill>
                  <a:latin typeface="Roboto Medium"/>
                  <a:ea typeface="Roboto Medium"/>
                  <a:cs typeface="Roboto Medium"/>
                  <a:sym typeface="Roboto Medium"/>
                </a:rPr>
                <a:t>Validación externa</a:t>
              </a:r>
              <a:endParaRPr sz="900">
                <a:solidFill>
                  <a:schemeClr val="dk2"/>
                </a:solidFill>
                <a:latin typeface="Roboto"/>
                <a:ea typeface="Roboto"/>
                <a:cs typeface="Roboto"/>
                <a:sym typeface="Roboto"/>
              </a:endParaRPr>
            </a:p>
          </p:txBody>
        </p:sp>
        <p:sp>
          <p:nvSpPr>
            <p:cNvPr id="615" name="Google Shape;615;p54"/>
            <p:cNvSpPr/>
            <p:nvPr/>
          </p:nvSpPr>
          <p:spPr>
            <a:xfrm>
              <a:off x="1787786" y="2322568"/>
              <a:ext cx="381900" cy="6426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s-419" sz="2400">
                  <a:solidFill>
                    <a:srgbClr val="FFFFFF"/>
                  </a:solidFill>
                  <a:latin typeface="Roboto Thin"/>
                  <a:ea typeface="Roboto Thin"/>
                  <a:cs typeface="Roboto Thin"/>
                  <a:sym typeface="Roboto Thin"/>
                </a:rPr>
                <a:t>05</a:t>
              </a:r>
              <a:endParaRPr sz="2400">
                <a:solidFill>
                  <a:srgbClr val="FFFFFF"/>
                </a:solidFill>
                <a:latin typeface="Roboto Thin"/>
                <a:ea typeface="Roboto Thin"/>
                <a:cs typeface="Roboto Thin"/>
                <a:sym typeface="Roboto Thin"/>
              </a:endParaRPr>
            </a:p>
          </p:txBody>
        </p:sp>
        <p:sp>
          <p:nvSpPr>
            <p:cNvPr id="616" name="Google Shape;616;p54"/>
            <p:cNvSpPr/>
            <p:nvPr/>
          </p:nvSpPr>
          <p:spPr>
            <a:xfrm>
              <a:off x="3170775" y="2323744"/>
              <a:ext cx="4380000" cy="642300"/>
            </a:xfrm>
            <a:prstGeom prst="rect">
              <a:avLst/>
            </a:prstGeom>
            <a:noFill/>
            <a:ln>
              <a:noFill/>
            </a:ln>
          </p:spPr>
          <p:txBody>
            <a:bodyPr anchorCtr="0" anchor="ctr" bIns="91425" lIns="91425" spcFirstLastPara="1" rIns="91425" wrap="square" tIns="91425">
              <a:noAutofit/>
            </a:bodyPr>
            <a:lstStyle/>
            <a:p>
              <a:pPr indent="-140801" lvl="0" marL="360000" rtl="0" algn="l">
                <a:lnSpc>
                  <a:spcPct val="115000"/>
                </a:lnSpc>
                <a:spcBef>
                  <a:spcPts val="0"/>
                </a:spcBef>
                <a:spcAft>
                  <a:spcPts val="0"/>
                </a:spcAft>
                <a:buClr>
                  <a:schemeClr val="dk2"/>
                </a:buClr>
                <a:buSzPts val="800"/>
                <a:buFont typeface="Roboto"/>
                <a:buChar char="●"/>
              </a:pPr>
              <a:r>
                <a:rPr lang="es-419" sz="800">
                  <a:solidFill>
                    <a:schemeClr val="dk2"/>
                  </a:solidFill>
                  <a:latin typeface="Roboto"/>
                  <a:ea typeface="Roboto"/>
                  <a:cs typeface="Roboto"/>
                  <a:sym typeface="Roboto"/>
                </a:rPr>
                <a:t>No hay.</a:t>
              </a:r>
              <a:endParaRPr sz="800">
                <a:solidFill>
                  <a:schemeClr val="dk2"/>
                </a:solidFill>
                <a:latin typeface="Roboto"/>
                <a:ea typeface="Roboto"/>
                <a:cs typeface="Roboto"/>
                <a:sym typeface="Roboto"/>
              </a:endParaRPr>
            </a:p>
          </p:txBody>
        </p:sp>
      </p:grpSp>
      <p:pic>
        <p:nvPicPr>
          <p:cNvPr id="617" name="Google Shape;617;p54"/>
          <p:cNvPicPr preferRelativeResize="0"/>
          <p:nvPr/>
        </p:nvPicPr>
        <p:blipFill>
          <a:blip r:embed="rId3">
            <a:alphaModFix/>
          </a:blip>
          <a:stretch>
            <a:fillRect/>
          </a:stretch>
        </p:blipFill>
        <p:spPr>
          <a:xfrm>
            <a:off x="6506677" y="347151"/>
            <a:ext cx="2203776" cy="1239624"/>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1" name="Shape 621"/>
        <p:cNvGrpSpPr/>
        <p:nvPr/>
      </p:nvGrpSpPr>
      <p:grpSpPr>
        <a:xfrm>
          <a:off x="0" y="0"/>
          <a:ext cx="0" cy="0"/>
          <a:chOff x="0" y="0"/>
          <a:chExt cx="0" cy="0"/>
        </a:xfrm>
      </p:grpSpPr>
      <p:sp>
        <p:nvSpPr>
          <p:cNvPr id="622" name="Google Shape;622;p55"/>
          <p:cNvSpPr txBox="1"/>
          <p:nvPr>
            <p:ph type="title"/>
          </p:nvPr>
        </p:nvSpPr>
        <p:spPr>
          <a:xfrm>
            <a:off x="1388625" y="772725"/>
            <a:ext cx="6366900" cy="18633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s-419" sz="6000"/>
              <a:t>¿Preguntas?</a:t>
            </a:r>
            <a:endParaRPr sz="6000"/>
          </a:p>
        </p:txBody>
      </p:sp>
      <p:sp>
        <p:nvSpPr>
          <p:cNvPr id="623" name="Google Shape;623;p55"/>
          <p:cNvSpPr txBox="1"/>
          <p:nvPr>
            <p:ph idx="1" type="body"/>
          </p:nvPr>
        </p:nvSpPr>
        <p:spPr>
          <a:xfrm>
            <a:off x="1388625" y="2483700"/>
            <a:ext cx="6366900" cy="11112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b="1" lang="es-419" sz="1600">
                <a:solidFill>
                  <a:schemeClr val="dk1"/>
                </a:solidFill>
              </a:rPr>
              <a:t>hussein@cicese.mx</a:t>
            </a:r>
            <a:endParaRPr b="1" sz="1600">
              <a:solidFill>
                <a:schemeClr val="dk1"/>
              </a:solidFill>
            </a:endParaRPr>
          </a:p>
          <a:p>
            <a:pPr indent="0" lvl="0" marL="0" rtl="0" algn="ctr">
              <a:spcBef>
                <a:spcPts val="1200"/>
              </a:spcBef>
              <a:spcAft>
                <a:spcPts val="1200"/>
              </a:spcAft>
              <a:buNone/>
            </a:pPr>
            <a:r>
              <a:t/>
            </a:r>
            <a:endParaRPr b="1" sz="1600">
              <a:solidFill>
                <a:schemeClr val="dk1"/>
              </a:solidFill>
            </a:endParaRPr>
          </a:p>
        </p:txBody>
      </p:sp>
      <p:sp>
        <p:nvSpPr>
          <p:cNvPr id="624" name="Google Shape;624;p55"/>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pic>
        <p:nvPicPr>
          <p:cNvPr id="625" name="Google Shape;625;p55"/>
          <p:cNvPicPr preferRelativeResize="0"/>
          <p:nvPr/>
        </p:nvPicPr>
        <p:blipFill>
          <a:blip r:embed="rId3">
            <a:alphaModFix/>
          </a:blip>
          <a:stretch>
            <a:fillRect/>
          </a:stretch>
        </p:blipFill>
        <p:spPr>
          <a:xfrm>
            <a:off x="7771986" y="3437649"/>
            <a:ext cx="1372013" cy="1705850"/>
          </a:xfrm>
          <a:prstGeom prst="rect">
            <a:avLst/>
          </a:prstGeom>
          <a:noFill/>
          <a:ln>
            <a:noFill/>
          </a:ln>
        </p:spPr>
      </p:pic>
      <p:pic>
        <p:nvPicPr>
          <p:cNvPr id="626" name="Google Shape;626;p55"/>
          <p:cNvPicPr preferRelativeResize="0"/>
          <p:nvPr/>
        </p:nvPicPr>
        <p:blipFill>
          <a:blip r:embed="rId4">
            <a:alphaModFix/>
          </a:blip>
          <a:stretch>
            <a:fillRect/>
          </a:stretch>
        </p:blipFill>
        <p:spPr>
          <a:xfrm>
            <a:off x="0" y="3437650"/>
            <a:ext cx="2273117" cy="170585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Impulso CDSI">
  <a:themeElements>
    <a:clrScheme name="Momentum">
      <a:dk1>
        <a:srgbClr val="94B6BD"/>
      </a:dk1>
      <a:lt1>
        <a:srgbClr val="FFFFFF"/>
      </a:lt1>
      <a:dk2>
        <a:srgbClr val="073763"/>
      </a:dk2>
      <a:lt2>
        <a:srgbClr val="BBBBBB"/>
      </a:lt2>
      <a:accent1>
        <a:srgbClr val="3A4664"/>
      </a:accent1>
      <a:accent2>
        <a:srgbClr val="94B6BD"/>
      </a:accent2>
      <a:accent3>
        <a:srgbClr val="EEEEEE"/>
      </a:accent3>
      <a:accent4>
        <a:srgbClr val="BBBBBB"/>
      </a:accent4>
      <a:accent5>
        <a:srgbClr val="0B5394"/>
      </a:accent5>
      <a:accent6>
        <a:srgbClr val="D9D2E9"/>
      </a:accent6>
      <a:hlink>
        <a:srgbClr val="DD7E6B"/>
      </a:hlink>
      <a:folHlink>
        <a:srgbClr val="2727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