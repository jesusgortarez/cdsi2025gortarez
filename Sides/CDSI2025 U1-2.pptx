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Lst>
  <p:sldSz cy="5143500" cx="9144000"/>
  <p:notesSz cx="6858000" cy="9144000"/>
  <p:embeddedFontLst>
    <p:embeddedFont>
      <p:font typeface="Nunito"/>
      <p:regular r:id="rId64"/>
      <p:bold r:id="rId65"/>
      <p:italic r:id="rId66"/>
      <p:boldItalic r:id="rId67"/>
    </p:embeddedFont>
    <p:embeddedFont>
      <p:font typeface="Maven Pro"/>
      <p:regular r:id="rId68"/>
      <p:bold r:id="rId6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slide" Target="slides/slide57.xml"/><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font" Target="fonts/Nunito-regular.fntdata"/><Relationship Id="rId63" Type="http://schemas.openxmlformats.org/officeDocument/2006/relationships/slide" Target="slides/slide58.xml"/><Relationship Id="rId22" Type="http://schemas.openxmlformats.org/officeDocument/2006/relationships/slide" Target="slides/slide17.xml"/><Relationship Id="rId66" Type="http://schemas.openxmlformats.org/officeDocument/2006/relationships/font" Target="fonts/Nunito-italic.fntdata"/><Relationship Id="rId21" Type="http://schemas.openxmlformats.org/officeDocument/2006/relationships/slide" Target="slides/slide16.xml"/><Relationship Id="rId65" Type="http://schemas.openxmlformats.org/officeDocument/2006/relationships/font" Target="fonts/Nunito-bold.fntdata"/><Relationship Id="rId24" Type="http://schemas.openxmlformats.org/officeDocument/2006/relationships/slide" Target="slides/slide19.xml"/><Relationship Id="rId68" Type="http://schemas.openxmlformats.org/officeDocument/2006/relationships/font" Target="fonts/MavenPro-regular.fntdata"/><Relationship Id="rId23" Type="http://schemas.openxmlformats.org/officeDocument/2006/relationships/slide" Target="slides/slide18.xml"/><Relationship Id="rId67" Type="http://schemas.openxmlformats.org/officeDocument/2006/relationships/font" Target="fonts/Nunito-boldItalic.fntdata"/><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font" Target="fonts/MavenPro-bold.fntdata"/><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10c0e8d9a04_0_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84" name="Google Shape;284;g10c0e8d9a0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g3259538d0a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2" name="Google Shape;292;g3259538d0a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g3259538d0a1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8" name="Google Shape;298;g3259538d0a1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3259538d0a1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4" name="Google Shape;304;g3259538d0a1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3259538d0a1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0" name="Google Shape;310;g3259538d0a1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g3259538d0a1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6" name="Google Shape;316;g3259538d0a1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g3259538d0a1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2" name="Google Shape;322;g3259538d0a1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g3259538d0a1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8" name="Google Shape;328;g3259538d0a1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g3259538d0a1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6" name="Google Shape;336;g3259538d0a1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g10b8e2f8094_0_3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3" name="Google Shape;343;g10b8e2f8094_0_3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g10b8e2f8094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0" name="Google Shape;350;g10b8e2f8094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g10baa4ca267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6" name="Google Shape;356;g10baa4ca267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g10d2bb8cc72_1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4" name="Google Shape;364;g10d2bb8cc72_1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g10d2bb8cc72_1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1" name="Google Shape;371;g10d2bb8cc72_1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g10d2bb8cc72_1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0" name="Google Shape;380;g10d2bb8cc72_1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g10d2bb8cc72_1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8" name="Google Shape;388;g10d2bb8cc72_1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g10d2bb8cc72_1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6" name="Google Shape;396;g10d2bb8cc72_1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g10d2bb8cc72_1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3" name="Google Shape;403;g10d2bb8cc72_1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g10d2bb8cc72_1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0" name="Google Shape;410;g10d2bb8cc72_1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g10d5634cc4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9" name="Google Shape;419;g10d5634cc4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g10d5634cc4c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7" name="Google Shape;427;g10d5634cc4c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g10d2bb8cc72_1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4" name="Google Shape;434;g10d2bb8cc72_1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 name="Shape 441"/>
        <p:cNvGrpSpPr/>
        <p:nvPr/>
      </p:nvGrpSpPr>
      <p:grpSpPr>
        <a:xfrm>
          <a:off x="0" y="0"/>
          <a:ext cx="0" cy="0"/>
          <a:chOff x="0" y="0"/>
          <a:chExt cx="0" cy="0"/>
        </a:xfrm>
      </p:grpSpPr>
      <p:sp>
        <p:nvSpPr>
          <p:cNvPr id="442" name="Google Shape;442;g10d5634cc4c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3" name="Google Shape;443;g10d5634cc4c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g10d5634cc4c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0" name="Google Shape;450;g10d5634cc4c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g10d5634cc4c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7" name="Google Shape;457;g10d5634cc4c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g10d5634cc4c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4" name="Google Shape;464;g10d5634cc4c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g10d2bb8cc72_1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1" name="Google Shape;471;g10d2bb8cc72_1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g10d5634cc4c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9" name="Google Shape;479;g10d5634cc4c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g10d2bb8cc72_1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6" name="Google Shape;486;g10d2bb8cc72_1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1" name="Shape 491"/>
        <p:cNvGrpSpPr/>
        <p:nvPr/>
      </p:nvGrpSpPr>
      <p:grpSpPr>
        <a:xfrm>
          <a:off x="0" y="0"/>
          <a:ext cx="0" cy="0"/>
          <a:chOff x="0" y="0"/>
          <a:chExt cx="0" cy="0"/>
        </a:xfrm>
      </p:grpSpPr>
      <p:sp>
        <p:nvSpPr>
          <p:cNvPr id="492" name="Google Shape;492;g10d5634cc4c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3" name="Google Shape;493;g10d5634cc4c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0" name="Shape 500"/>
        <p:cNvGrpSpPr/>
        <p:nvPr/>
      </p:nvGrpSpPr>
      <p:grpSpPr>
        <a:xfrm>
          <a:off x="0" y="0"/>
          <a:ext cx="0" cy="0"/>
          <a:chOff x="0" y="0"/>
          <a:chExt cx="0" cy="0"/>
        </a:xfrm>
      </p:grpSpPr>
      <p:sp>
        <p:nvSpPr>
          <p:cNvPr id="501" name="Google Shape;501;g10d5634cc4c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2" name="Google Shape;502;g10d5634cc4c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g10d5634cc4c_1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9" name="Google Shape;519;g10d5634cc4c_1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8" name="Shape 528"/>
        <p:cNvGrpSpPr/>
        <p:nvPr/>
      </p:nvGrpSpPr>
      <p:grpSpPr>
        <a:xfrm>
          <a:off x="0" y="0"/>
          <a:ext cx="0" cy="0"/>
          <a:chOff x="0" y="0"/>
          <a:chExt cx="0" cy="0"/>
        </a:xfrm>
      </p:grpSpPr>
      <p:sp>
        <p:nvSpPr>
          <p:cNvPr id="529" name="Google Shape;529;g10d5634cc4c_0_8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0" name="Google Shape;530;g10d5634cc4c_0_8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0" name="Shape 540"/>
        <p:cNvGrpSpPr/>
        <p:nvPr/>
      </p:nvGrpSpPr>
      <p:grpSpPr>
        <a:xfrm>
          <a:off x="0" y="0"/>
          <a:ext cx="0" cy="0"/>
          <a:chOff x="0" y="0"/>
          <a:chExt cx="0" cy="0"/>
        </a:xfrm>
      </p:grpSpPr>
      <p:sp>
        <p:nvSpPr>
          <p:cNvPr id="541" name="Google Shape;541;g10d5634cc4c_1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2" name="Google Shape;542;g10d5634cc4c_1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3" name="Shape 553"/>
        <p:cNvGrpSpPr/>
        <p:nvPr/>
      </p:nvGrpSpPr>
      <p:grpSpPr>
        <a:xfrm>
          <a:off x="0" y="0"/>
          <a:ext cx="0" cy="0"/>
          <a:chOff x="0" y="0"/>
          <a:chExt cx="0" cy="0"/>
        </a:xfrm>
      </p:grpSpPr>
      <p:sp>
        <p:nvSpPr>
          <p:cNvPr id="554" name="Google Shape;554;g10d2bb8cc72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5" name="Google Shape;555;g10d2bb8cc72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0" name="Shape 560"/>
        <p:cNvGrpSpPr/>
        <p:nvPr/>
      </p:nvGrpSpPr>
      <p:grpSpPr>
        <a:xfrm>
          <a:off x="0" y="0"/>
          <a:ext cx="0" cy="0"/>
          <a:chOff x="0" y="0"/>
          <a:chExt cx="0" cy="0"/>
        </a:xfrm>
      </p:grpSpPr>
      <p:sp>
        <p:nvSpPr>
          <p:cNvPr id="561" name="Google Shape;561;g10d5634cc4c_1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2" name="Google Shape;562;g10d5634cc4c_1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6" name="Shape 566"/>
        <p:cNvGrpSpPr/>
        <p:nvPr/>
      </p:nvGrpSpPr>
      <p:grpSpPr>
        <a:xfrm>
          <a:off x="0" y="0"/>
          <a:ext cx="0" cy="0"/>
          <a:chOff x="0" y="0"/>
          <a:chExt cx="0" cy="0"/>
        </a:xfrm>
      </p:grpSpPr>
      <p:sp>
        <p:nvSpPr>
          <p:cNvPr id="567" name="Google Shape;567;g10d2bb8cc72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8" name="Google Shape;568;g10d2bb8cc72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g10d5634cc4c_1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6" name="Google Shape;576;g10d5634cc4c_1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1" name="Shape 581"/>
        <p:cNvGrpSpPr/>
        <p:nvPr/>
      </p:nvGrpSpPr>
      <p:grpSpPr>
        <a:xfrm>
          <a:off x="0" y="0"/>
          <a:ext cx="0" cy="0"/>
          <a:chOff x="0" y="0"/>
          <a:chExt cx="0" cy="0"/>
        </a:xfrm>
      </p:grpSpPr>
      <p:sp>
        <p:nvSpPr>
          <p:cNvPr id="582" name="Google Shape;582;g10d5634cc4c_1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3" name="Google Shape;583;g10d5634cc4c_1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0" name="Shape 590"/>
        <p:cNvGrpSpPr/>
        <p:nvPr/>
      </p:nvGrpSpPr>
      <p:grpSpPr>
        <a:xfrm>
          <a:off x="0" y="0"/>
          <a:ext cx="0" cy="0"/>
          <a:chOff x="0" y="0"/>
          <a:chExt cx="0" cy="0"/>
        </a:xfrm>
      </p:grpSpPr>
      <p:sp>
        <p:nvSpPr>
          <p:cNvPr id="591" name="Google Shape;591;g10d2bb8cc72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2" name="Google Shape;592;g10d2bb8cc72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8" name="Shape 598"/>
        <p:cNvGrpSpPr/>
        <p:nvPr/>
      </p:nvGrpSpPr>
      <p:grpSpPr>
        <a:xfrm>
          <a:off x="0" y="0"/>
          <a:ext cx="0" cy="0"/>
          <a:chOff x="0" y="0"/>
          <a:chExt cx="0" cy="0"/>
        </a:xfrm>
      </p:grpSpPr>
      <p:sp>
        <p:nvSpPr>
          <p:cNvPr id="599" name="Google Shape;599;g10d5634cc4c_1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0" name="Google Shape;600;g10d5634cc4c_1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5" name="Shape 605"/>
        <p:cNvGrpSpPr/>
        <p:nvPr/>
      </p:nvGrpSpPr>
      <p:grpSpPr>
        <a:xfrm>
          <a:off x="0" y="0"/>
          <a:ext cx="0" cy="0"/>
          <a:chOff x="0" y="0"/>
          <a:chExt cx="0" cy="0"/>
        </a:xfrm>
      </p:grpSpPr>
      <p:sp>
        <p:nvSpPr>
          <p:cNvPr id="606" name="Google Shape;606;g10d2bb8cc72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7" name="Google Shape;607;g10d2bb8cc72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3" name="Shape 613"/>
        <p:cNvGrpSpPr/>
        <p:nvPr/>
      </p:nvGrpSpPr>
      <p:grpSpPr>
        <a:xfrm>
          <a:off x="0" y="0"/>
          <a:ext cx="0" cy="0"/>
          <a:chOff x="0" y="0"/>
          <a:chExt cx="0" cy="0"/>
        </a:xfrm>
      </p:grpSpPr>
      <p:sp>
        <p:nvSpPr>
          <p:cNvPr id="614" name="Google Shape;614;g10d5634cc4c_1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5" name="Google Shape;615;g10d5634cc4c_1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0" name="Shape 620"/>
        <p:cNvGrpSpPr/>
        <p:nvPr/>
      </p:nvGrpSpPr>
      <p:grpSpPr>
        <a:xfrm>
          <a:off x="0" y="0"/>
          <a:ext cx="0" cy="0"/>
          <a:chOff x="0" y="0"/>
          <a:chExt cx="0" cy="0"/>
        </a:xfrm>
      </p:grpSpPr>
      <p:sp>
        <p:nvSpPr>
          <p:cNvPr id="621" name="Google Shape;621;g10b8e2f8094_0_3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2" name="Google Shape;622;g10b8e2f8094_0_3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6" name="Shape 626"/>
        <p:cNvGrpSpPr/>
        <p:nvPr/>
      </p:nvGrpSpPr>
      <p:grpSpPr>
        <a:xfrm>
          <a:off x="0" y="0"/>
          <a:ext cx="0" cy="0"/>
          <a:chOff x="0" y="0"/>
          <a:chExt cx="0" cy="0"/>
        </a:xfrm>
      </p:grpSpPr>
      <p:sp>
        <p:nvSpPr>
          <p:cNvPr id="627" name="Google Shape;627;g10c0e8d9a04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8" name="Google Shape;628;g10c0e8d9a04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2" name="Shape 632"/>
        <p:cNvGrpSpPr/>
        <p:nvPr/>
      </p:nvGrpSpPr>
      <p:grpSpPr>
        <a:xfrm>
          <a:off x="0" y="0"/>
          <a:ext cx="0" cy="0"/>
          <a:chOff x="0" y="0"/>
          <a:chExt cx="0" cy="0"/>
        </a:xfrm>
      </p:grpSpPr>
      <p:sp>
        <p:nvSpPr>
          <p:cNvPr id="633" name="Google Shape;633;g10d5634cc4c_1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4" name="Google Shape;634;g10d5634cc4c_1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8" name="Shape 638"/>
        <p:cNvGrpSpPr/>
        <p:nvPr/>
      </p:nvGrpSpPr>
      <p:grpSpPr>
        <a:xfrm>
          <a:off x="0" y="0"/>
          <a:ext cx="0" cy="0"/>
          <a:chOff x="0" y="0"/>
          <a:chExt cx="0" cy="0"/>
        </a:xfrm>
      </p:grpSpPr>
      <p:sp>
        <p:nvSpPr>
          <p:cNvPr id="639" name="Google Shape;639;g10d5634cc4c_1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0" name="Google Shape;640;g10d5634cc4c_1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4" name="Shape 644"/>
        <p:cNvGrpSpPr/>
        <p:nvPr/>
      </p:nvGrpSpPr>
      <p:grpSpPr>
        <a:xfrm>
          <a:off x="0" y="0"/>
          <a:ext cx="0" cy="0"/>
          <a:chOff x="0" y="0"/>
          <a:chExt cx="0" cy="0"/>
        </a:xfrm>
      </p:grpSpPr>
      <p:sp>
        <p:nvSpPr>
          <p:cNvPr id="645" name="Google Shape;645;g10d5634cc4c_1_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6" name="Google Shape;646;g10d5634cc4c_1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0" name="Shape 650"/>
        <p:cNvGrpSpPr/>
        <p:nvPr/>
      </p:nvGrpSpPr>
      <p:grpSpPr>
        <a:xfrm>
          <a:off x="0" y="0"/>
          <a:ext cx="0" cy="0"/>
          <a:chOff x="0" y="0"/>
          <a:chExt cx="0" cy="0"/>
        </a:xfrm>
      </p:grpSpPr>
      <p:sp>
        <p:nvSpPr>
          <p:cNvPr id="651" name="Google Shape;651;g10d5634cc4c_1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2" name="Google Shape;652;g10d5634cc4c_1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6" name="Shape 656"/>
        <p:cNvGrpSpPr/>
        <p:nvPr/>
      </p:nvGrpSpPr>
      <p:grpSpPr>
        <a:xfrm>
          <a:off x="0" y="0"/>
          <a:ext cx="0" cy="0"/>
          <a:chOff x="0" y="0"/>
          <a:chExt cx="0" cy="0"/>
        </a:xfrm>
      </p:grpSpPr>
      <p:sp>
        <p:nvSpPr>
          <p:cNvPr id="657" name="Google Shape;657;g10c0e8d9a04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8" name="Google Shape;658;g10c0e8d9a04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4" name="Shape 664"/>
        <p:cNvGrpSpPr/>
        <p:nvPr/>
      </p:nvGrpSpPr>
      <p:grpSpPr>
        <a:xfrm>
          <a:off x="0" y="0"/>
          <a:ext cx="0" cy="0"/>
          <a:chOff x="0" y="0"/>
          <a:chExt cx="0" cy="0"/>
        </a:xfrm>
      </p:grpSpPr>
      <p:sp>
        <p:nvSpPr>
          <p:cNvPr id="665" name="Google Shape;665;g10c0e8d9a04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6" name="Google Shape;666;g10c0e8d9a04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2" name="Shape 672"/>
        <p:cNvGrpSpPr/>
        <p:nvPr/>
      </p:nvGrpSpPr>
      <p:grpSpPr>
        <a:xfrm>
          <a:off x="0" y="0"/>
          <a:ext cx="0" cy="0"/>
          <a:chOff x="0" y="0"/>
          <a:chExt cx="0" cy="0"/>
        </a:xfrm>
      </p:grpSpPr>
      <p:sp>
        <p:nvSpPr>
          <p:cNvPr id="673" name="Google Shape;673;g10d5634cc4c_1_1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4" name="Google Shape;674;g10d5634cc4c_1_1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0" name="Shape 680"/>
        <p:cNvGrpSpPr/>
        <p:nvPr/>
      </p:nvGrpSpPr>
      <p:grpSpPr>
        <a:xfrm>
          <a:off x="0" y="0"/>
          <a:ext cx="0" cy="0"/>
          <a:chOff x="0" y="0"/>
          <a:chExt cx="0" cy="0"/>
        </a:xfrm>
      </p:grpSpPr>
      <p:sp>
        <p:nvSpPr>
          <p:cNvPr id="681" name="Google Shape;681;g2b1c9fc528b_1_2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2" name="Google Shape;682;g2b1c9fc528b_1_2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8" name="Shape 688"/>
        <p:cNvGrpSpPr/>
        <p:nvPr/>
      </p:nvGrpSpPr>
      <p:grpSpPr>
        <a:xfrm>
          <a:off x="0" y="0"/>
          <a:ext cx="0" cy="0"/>
          <a:chOff x="0" y="0"/>
          <a:chExt cx="0" cy="0"/>
        </a:xfrm>
      </p:grpSpPr>
      <p:sp>
        <p:nvSpPr>
          <p:cNvPr id="689" name="Google Shape;689;g2b1c9fc528b_1_2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0" name="Google Shape;690;g2b1c9fc528b_1_2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6" name="Shape 696"/>
        <p:cNvGrpSpPr/>
        <p:nvPr/>
      </p:nvGrpSpPr>
      <p:grpSpPr>
        <a:xfrm>
          <a:off x="0" y="0"/>
          <a:ext cx="0" cy="0"/>
          <a:chOff x="0" y="0"/>
          <a:chExt cx="0" cy="0"/>
        </a:xfrm>
      </p:grpSpPr>
      <p:sp>
        <p:nvSpPr>
          <p:cNvPr id="697" name="Google Shape;697;g10d5634cc4c_1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8" name="Google Shape;698;g10d5634cc4c_1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2" name="Shape 712"/>
        <p:cNvGrpSpPr/>
        <p:nvPr/>
      </p:nvGrpSpPr>
      <p:grpSpPr>
        <a:xfrm>
          <a:off x="0" y="0"/>
          <a:ext cx="0" cy="0"/>
          <a:chOff x="0" y="0"/>
          <a:chExt cx="0" cy="0"/>
        </a:xfrm>
      </p:grpSpPr>
      <p:sp>
        <p:nvSpPr>
          <p:cNvPr id="713" name="Google Shape;713;g3259538d0a1_0_62: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14" name="Google Shape;714;g3259538d0a1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0" name="Shape 720"/>
        <p:cNvGrpSpPr/>
        <p:nvPr/>
      </p:nvGrpSpPr>
      <p:grpSpPr>
        <a:xfrm>
          <a:off x="0" y="0"/>
          <a:ext cx="0" cy="0"/>
          <a:chOff x="0" y="0"/>
          <a:chExt cx="0" cy="0"/>
        </a:xfrm>
      </p:grpSpPr>
      <p:sp>
        <p:nvSpPr>
          <p:cNvPr id="721" name="Google Shape;721;g2b1c9fc528b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2" name="Google Shape;722;g2b1c9fc528b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1"/>
        </a:solidFill>
      </p:bgPr>
    </p:bg>
    <p:spTree>
      <p:nvGrpSpPr>
        <p:cNvPr id="9" name="Shape 9"/>
        <p:cNvGrpSpPr/>
        <p:nvPr/>
      </p:nvGrpSpPr>
      <p:grpSpPr>
        <a:xfrm>
          <a:off x="0" y="0"/>
          <a:ext cx="0" cy="0"/>
          <a:chOff x="0" y="0"/>
          <a:chExt cx="0" cy="0"/>
        </a:xfrm>
      </p:grpSpPr>
      <p:grpSp>
        <p:nvGrpSpPr>
          <p:cNvPr id="10" name="Google Shape;10;p2"/>
          <p:cNvGrpSpPr/>
          <p:nvPr/>
        </p:nvGrpSpPr>
        <p:grpSpPr>
          <a:xfrm>
            <a:off x="7343003" y="3409675"/>
            <a:ext cx="1691422" cy="1732548"/>
            <a:chOff x="7343003" y="3409675"/>
            <a:chExt cx="1691422" cy="1732548"/>
          </a:xfrm>
        </p:grpSpPr>
        <p:grpSp>
          <p:nvGrpSpPr>
            <p:cNvPr id="11" name="Google Shape;11;p2"/>
            <p:cNvGrpSpPr/>
            <p:nvPr/>
          </p:nvGrpSpPr>
          <p:grpSpPr>
            <a:xfrm>
              <a:off x="7343003" y="4453711"/>
              <a:ext cx="316800" cy="688513"/>
              <a:chOff x="7343003" y="4453711"/>
              <a:chExt cx="316800" cy="688513"/>
            </a:xfrm>
          </p:grpSpPr>
          <p:sp>
            <p:nvSpPr>
              <p:cNvPr id="12" name="Google Shape;12;p2"/>
              <p:cNvSpPr/>
              <p:nvPr/>
            </p:nvSpPr>
            <p:spPr>
              <a:xfrm>
                <a:off x="7343003"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7343003"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 name="Google Shape;14;p2"/>
            <p:cNvGrpSpPr/>
            <p:nvPr/>
          </p:nvGrpSpPr>
          <p:grpSpPr>
            <a:xfrm>
              <a:off x="7801210" y="4105700"/>
              <a:ext cx="316800" cy="1036523"/>
              <a:chOff x="7801210" y="4105700"/>
              <a:chExt cx="316800" cy="1036523"/>
            </a:xfrm>
          </p:grpSpPr>
          <p:sp>
            <p:nvSpPr>
              <p:cNvPr id="15" name="Google Shape;15;p2"/>
              <p:cNvSpPr/>
              <p:nvPr/>
            </p:nvSpPr>
            <p:spPr>
              <a:xfrm>
                <a:off x="7801210"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7801210"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7801210"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 name="Google Shape;18;p2"/>
            <p:cNvGrpSpPr/>
            <p:nvPr/>
          </p:nvGrpSpPr>
          <p:grpSpPr>
            <a:xfrm>
              <a:off x="8259418" y="3757688"/>
              <a:ext cx="316800" cy="1384535"/>
              <a:chOff x="8259418" y="3757688"/>
              <a:chExt cx="316800" cy="1384535"/>
            </a:xfrm>
          </p:grpSpPr>
          <p:sp>
            <p:nvSpPr>
              <p:cNvPr id="19" name="Google Shape;19;p2"/>
              <p:cNvSpPr/>
              <p:nvPr/>
            </p:nvSpPr>
            <p:spPr>
              <a:xfrm>
                <a:off x="8259418"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8259418" y="3757688"/>
                <a:ext cx="316800" cy="1384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8259418"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2"/>
              <p:cNvSpPr/>
              <p:nvPr/>
            </p:nvSpPr>
            <p:spPr>
              <a:xfrm>
                <a:off x="8259418"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 name="Google Shape;23;p2"/>
            <p:cNvGrpSpPr/>
            <p:nvPr/>
          </p:nvGrpSpPr>
          <p:grpSpPr>
            <a:xfrm>
              <a:off x="8717625" y="3409675"/>
              <a:ext cx="316800" cy="1732548"/>
              <a:chOff x="8717625" y="3409675"/>
              <a:chExt cx="316800" cy="1732548"/>
            </a:xfrm>
          </p:grpSpPr>
          <p:sp>
            <p:nvSpPr>
              <p:cNvPr id="24" name="Google Shape;24;p2"/>
              <p:cNvSpPr/>
              <p:nvPr/>
            </p:nvSpPr>
            <p:spPr>
              <a:xfrm>
                <a:off x="8717625"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a:off x="8717625" y="3757688"/>
                <a:ext cx="316800" cy="1384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2"/>
              <p:cNvSpPr/>
              <p:nvPr/>
            </p:nvSpPr>
            <p:spPr>
              <a:xfrm>
                <a:off x="8717625"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2"/>
              <p:cNvSpPr/>
              <p:nvPr/>
            </p:nvSpPr>
            <p:spPr>
              <a:xfrm>
                <a:off x="8717625" y="3409675"/>
                <a:ext cx="316800" cy="1732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8717625"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9" name="Google Shape;29;p2"/>
          <p:cNvSpPr txBox="1"/>
          <p:nvPr>
            <p:ph type="ctrTitle"/>
          </p:nvPr>
        </p:nvSpPr>
        <p:spPr>
          <a:xfrm>
            <a:off x="824000" y="1613813"/>
            <a:ext cx="4255500" cy="18729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30" name="Google Shape;30;p2"/>
          <p:cNvSpPr txBox="1"/>
          <p:nvPr>
            <p:ph idx="1" type="subTitle"/>
          </p:nvPr>
        </p:nvSpPr>
        <p:spPr>
          <a:xfrm>
            <a:off x="824000" y="3596300"/>
            <a:ext cx="4255500" cy="6954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rgbClr val="EFEFEF"/>
              </a:buClr>
              <a:buSzPts val="1600"/>
              <a:buNone/>
              <a:defRPr sz="1600">
                <a:solidFill>
                  <a:srgbClr val="EFEFEF"/>
                </a:solidFill>
              </a:defRPr>
            </a:lvl1pPr>
            <a:lvl2pPr lvl="1">
              <a:lnSpc>
                <a:spcPct val="100000"/>
              </a:lnSpc>
              <a:spcBef>
                <a:spcPts val="0"/>
              </a:spcBef>
              <a:spcAft>
                <a:spcPts val="0"/>
              </a:spcAft>
              <a:buClr>
                <a:srgbClr val="EFEFEF"/>
              </a:buClr>
              <a:buSzPts val="1600"/>
              <a:buNone/>
              <a:defRPr sz="1600">
                <a:solidFill>
                  <a:srgbClr val="EFEFEF"/>
                </a:solidFill>
              </a:defRPr>
            </a:lvl2pPr>
            <a:lvl3pPr lvl="2">
              <a:lnSpc>
                <a:spcPct val="100000"/>
              </a:lnSpc>
              <a:spcBef>
                <a:spcPts val="0"/>
              </a:spcBef>
              <a:spcAft>
                <a:spcPts val="0"/>
              </a:spcAft>
              <a:buClr>
                <a:srgbClr val="EFEFEF"/>
              </a:buClr>
              <a:buSzPts val="1600"/>
              <a:buNone/>
              <a:defRPr sz="1600">
                <a:solidFill>
                  <a:srgbClr val="EFEFEF"/>
                </a:solidFill>
              </a:defRPr>
            </a:lvl3pPr>
            <a:lvl4pPr lvl="3">
              <a:lnSpc>
                <a:spcPct val="100000"/>
              </a:lnSpc>
              <a:spcBef>
                <a:spcPts val="0"/>
              </a:spcBef>
              <a:spcAft>
                <a:spcPts val="0"/>
              </a:spcAft>
              <a:buClr>
                <a:srgbClr val="EFEFEF"/>
              </a:buClr>
              <a:buSzPts val="1600"/>
              <a:buNone/>
              <a:defRPr sz="1600">
                <a:solidFill>
                  <a:srgbClr val="EFEFEF"/>
                </a:solidFill>
              </a:defRPr>
            </a:lvl4pPr>
            <a:lvl5pPr lvl="4">
              <a:lnSpc>
                <a:spcPct val="100000"/>
              </a:lnSpc>
              <a:spcBef>
                <a:spcPts val="0"/>
              </a:spcBef>
              <a:spcAft>
                <a:spcPts val="0"/>
              </a:spcAft>
              <a:buClr>
                <a:srgbClr val="EFEFEF"/>
              </a:buClr>
              <a:buSzPts val="1600"/>
              <a:buNone/>
              <a:defRPr sz="1600">
                <a:solidFill>
                  <a:srgbClr val="EFEFEF"/>
                </a:solidFill>
              </a:defRPr>
            </a:lvl5pPr>
            <a:lvl6pPr lvl="5">
              <a:lnSpc>
                <a:spcPct val="100000"/>
              </a:lnSpc>
              <a:spcBef>
                <a:spcPts val="0"/>
              </a:spcBef>
              <a:spcAft>
                <a:spcPts val="0"/>
              </a:spcAft>
              <a:buClr>
                <a:srgbClr val="EFEFEF"/>
              </a:buClr>
              <a:buSzPts val="1600"/>
              <a:buNone/>
              <a:defRPr sz="1600">
                <a:solidFill>
                  <a:srgbClr val="EFEFEF"/>
                </a:solidFill>
              </a:defRPr>
            </a:lvl6pPr>
            <a:lvl7pPr lvl="6">
              <a:lnSpc>
                <a:spcPct val="100000"/>
              </a:lnSpc>
              <a:spcBef>
                <a:spcPts val="0"/>
              </a:spcBef>
              <a:spcAft>
                <a:spcPts val="0"/>
              </a:spcAft>
              <a:buClr>
                <a:srgbClr val="EFEFEF"/>
              </a:buClr>
              <a:buSzPts val="1600"/>
              <a:buNone/>
              <a:defRPr sz="1600">
                <a:solidFill>
                  <a:srgbClr val="EFEFEF"/>
                </a:solidFill>
              </a:defRPr>
            </a:lvl7pPr>
            <a:lvl8pPr lvl="7">
              <a:lnSpc>
                <a:spcPct val="100000"/>
              </a:lnSpc>
              <a:spcBef>
                <a:spcPts val="0"/>
              </a:spcBef>
              <a:spcAft>
                <a:spcPts val="0"/>
              </a:spcAft>
              <a:buClr>
                <a:srgbClr val="EFEFEF"/>
              </a:buClr>
              <a:buSzPts val="1600"/>
              <a:buNone/>
              <a:defRPr sz="1600">
                <a:solidFill>
                  <a:srgbClr val="EFEFEF"/>
                </a:solidFill>
              </a:defRPr>
            </a:lvl8pPr>
            <a:lvl9pPr lvl="8">
              <a:lnSpc>
                <a:spcPct val="100000"/>
              </a:lnSpc>
              <a:spcBef>
                <a:spcPts val="0"/>
              </a:spcBef>
              <a:spcAft>
                <a:spcPts val="0"/>
              </a:spcAft>
              <a:buClr>
                <a:srgbClr val="EFEFEF"/>
              </a:buClr>
              <a:buSzPts val="1600"/>
              <a:buNone/>
              <a:defRPr sz="1600">
                <a:solidFill>
                  <a:srgbClr val="EFEFEF"/>
                </a:solidFill>
              </a:defRPr>
            </a:lvl9pPr>
          </a:lstStyle>
          <a:p/>
        </p:txBody>
      </p:sp>
      <p:sp>
        <p:nvSpPr>
          <p:cNvPr id="31" name="Google Shape;31;p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grpSp>
        <p:nvGrpSpPr>
          <p:cNvPr id="32" name="Google Shape;32;p2"/>
          <p:cNvGrpSpPr/>
          <p:nvPr/>
        </p:nvGrpSpPr>
        <p:grpSpPr>
          <a:xfrm>
            <a:off x="5043503" y="0"/>
            <a:ext cx="3814072" cy="3839102"/>
            <a:chOff x="5043503" y="0"/>
            <a:chExt cx="3814072" cy="3839102"/>
          </a:xfrm>
        </p:grpSpPr>
        <p:sp>
          <p:nvSpPr>
            <p:cNvPr id="33" name="Google Shape;33;p2"/>
            <p:cNvSpPr/>
            <p:nvPr/>
          </p:nvSpPr>
          <p:spPr>
            <a:xfrm>
              <a:off x="8460975" y="1817775"/>
              <a:ext cx="396600" cy="3966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2"/>
            <p:cNvSpPr/>
            <p:nvPr/>
          </p:nvSpPr>
          <p:spPr>
            <a:xfrm rot="-9830444">
              <a:off x="6469759" y="3480728"/>
              <a:ext cx="320148" cy="320148"/>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5" name="Google Shape;35;p2"/>
            <p:cNvGrpSpPr/>
            <p:nvPr/>
          </p:nvGrpSpPr>
          <p:grpSpPr>
            <a:xfrm>
              <a:off x="7647812" y="2704283"/>
              <a:ext cx="635219" cy="635219"/>
              <a:chOff x="6725724" y="2701260"/>
              <a:chExt cx="1208101" cy="1208100"/>
            </a:xfrm>
          </p:grpSpPr>
          <p:sp>
            <p:nvSpPr>
              <p:cNvPr id="36" name="Google Shape;36;p2"/>
              <p:cNvSpPr/>
              <p:nvPr/>
            </p:nvSpPr>
            <p:spPr>
              <a:xfrm rot="5400000">
                <a:off x="6725725" y="2701260"/>
                <a:ext cx="1208100" cy="12081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2"/>
              <p:cNvSpPr/>
              <p:nvPr/>
            </p:nvSpPr>
            <p:spPr>
              <a:xfrm rot="5400000">
                <a:off x="6725724" y="2701260"/>
                <a:ext cx="1208100" cy="1208100"/>
              </a:xfrm>
              <a:prstGeom prst="pie">
                <a:avLst>
                  <a:gd fmla="val 8244818" name="adj1"/>
                  <a:gd fmla="val 16246175"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2"/>
              <p:cNvSpPr/>
              <p:nvPr/>
            </p:nvSpPr>
            <p:spPr>
              <a:xfrm rot="5400000">
                <a:off x="6954988" y="2930398"/>
                <a:ext cx="749700" cy="7497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 name="Google Shape;39;p2"/>
            <p:cNvSpPr/>
            <p:nvPr/>
          </p:nvSpPr>
          <p:spPr>
            <a:xfrm>
              <a:off x="8460975" y="1817775"/>
              <a:ext cx="396600" cy="396600"/>
            </a:xfrm>
            <a:prstGeom prst="pie">
              <a:avLst>
                <a:gd fmla="val 1937684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0" name="Google Shape;40;p2"/>
            <p:cNvGrpSpPr/>
            <p:nvPr/>
          </p:nvGrpSpPr>
          <p:grpSpPr>
            <a:xfrm>
              <a:off x="7952720" y="179238"/>
              <a:ext cx="873165" cy="873003"/>
              <a:chOff x="7754428" y="208725"/>
              <a:chExt cx="541800" cy="541800"/>
            </a:xfrm>
          </p:grpSpPr>
          <p:sp>
            <p:nvSpPr>
              <p:cNvPr id="41" name="Google Shape;41;p2"/>
              <p:cNvSpPr/>
              <p:nvPr/>
            </p:nvSpPr>
            <p:spPr>
              <a:xfrm rot="-8647347">
                <a:off x="7831319" y="285616"/>
                <a:ext cx="388018" cy="388018"/>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2"/>
              <p:cNvSpPr/>
              <p:nvPr/>
            </p:nvSpPr>
            <p:spPr>
              <a:xfrm rot="-8647347">
                <a:off x="7831319" y="285616"/>
                <a:ext cx="388018" cy="388018"/>
              </a:xfrm>
              <a:prstGeom prst="pie">
                <a:avLst>
                  <a:gd fmla="val 19376841" name="adj1"/>
                  <a:gd fmla="val 12313574"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3" name="Google Shape;43;p2"/>
            <p:cNvSpPr/>
            <p:nvPr/>
          </p:nvSpPr>
          <p:spPr>
            <a:xfrm>
              <a:off x="5399840" y="356365"/>
              <a:ext cx="2577000" cy="25770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2"/>
            <p:cNvSpPr/>
            <p:nvPr/>
          </p:nvSpPr>
          <p:spPr>
            <a:xfrm rot="2043858">
              <a:off x="5503813" y="460310"/>
              <a:ext cx="2369480" cy="236948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2"/>
            <p:cNvSpPr/>
            <p:nvPr/>
          </p:nvSpPr>
          <p:spPr>
            <a:xfrm>
              <a:off x="5399795" y="360281"/>
              <a:ext cx="2577000" cy="2577000"/>
            </a:xfrm>
            <a:prstGeom prst="pie">
              <a:avLst>
                <a:gd fmla="val 8801158"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2"/>
            <p:cNvSpPr/>
            <p:nvPr/>
          </p:nvSpPr>
          <p:spPr>
            <a:xfrm>
              <a:off x="5399795" y="356358"/>
              <a:ext cx="2577000" cy="2577000"/>
            </a:xfrm>
            <a:prstGeom prst="pie">
              <a:avLst>
                <a:gd fmla="val 1255410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2"/>
            <p:cNvSpPr/>
            <p:nvPr/>
          </p:nvSpPr>
          <p:spPr>
            <a:xfrm rot="-9830444">
              <a:off x="6469759" y="3480727"/>
              <a:ext cx="320148" cy="320148"/>
            </a:xfrm>
            <a:prstGeom prst="pie">
              <a:avLst>
                <a:gd fmla="val 1937684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2"/>
            <p:cNvSpPr/>
            <p:nvPr/>
          </p:nvSpPr>
          <p:spPr>
            <a:xfrm rot="2044777">
              <a:off x="5911449" y="867729"/>
              <a:ext cx="1554223" cy="1554223"/>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49" name="Shape 49"/>
        <p:cNvGrpSpPr/>
        <p:nvPr/>
      </p:nvGrpSpPr>
      <p:grpSpPr>
        <a:xfrm>
          <a:off x="0" y="0"/>
          <a:ext cx="0" cy="0"/>
          <a:chOff x="0" y="0"/>
          <a:chExt cx="0" cy="0"/>
        </a:xfrm>
      </p:grpSpPr>
      <p:grpSp>
        <p:nvGrpSpPr>
          <p:cNvPr id="50" name="Google Shape;50;p3"/>
          <p:cNvGrpSpPr/>
          <p:nvPr/>
        </p:nvGrpSpPr>
        <p:grpSpPr>
          <a:xfrm>
            <a:off x="146769" y="3406"/>
            <a:ext cx="1233215" cy="1384535"/>
            <a:chOff x="146769" y="3406"/>
            <a:chExt cx="1233215" cy="1384535"/>
          </a:xfrm>
        </p:grpSpPr>
        <p:grpSp>
          <p:nvGrpSpPr>
            <p:cNvPr id="51" name="Google Shape;51;p3"/>
            <p:cNvGrpSpPr/>
            <p:nvPr/>
          </p:nvGrpSpPr>
          <p:grpSpPr>
            <a:xfrm>
              <a:off x="1063183" y="3406"/>
              <a:ext cx="316800" cy="688513"/>
              <a:chOff x="1063183" y="3406"/>
              <a:chExt cx="316800" cy="688513"/>
            </a:xfrm>
          </p:grpSpPr>
          <p:sp>
            <p:nvSpPr>
              <p:cNvPr id="52" name="Google Shape;52;p3"/>
              <p:cNvSpPr/>
              <p:nvPr/>
            </p:nvSpPr>
            <p:spPr>
              <a:xfrm rot="10800000">
                <a:off x="1063183"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3"/>
              <p:cNvSpPr/>
              <p:nvPr/>
            </p:nvSpPr>
            <p:spPr>
              <a:xfrm rot="10800000">
                <a:off x="1063183"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 name="Google Shape;54;p3"/>
            <p:cNvGrpSpPr/>
            <p:nvPr/>
          </p:nvGrpSpPr>
          <p:grpSpPr>
            <a:xfrm>
              <a:off x="604976" y="3406"/>
              <a:ext cx="316800" cy="1036524"/>
              <a:chOff x="604976" y="3406"/>
              <a:chExt cx="316800" cy="1036524"/>
            </a:xfrm>
          </p:grpSpPr>
          <p:sp>
            <p:nvSpPr>
              <p:cNvPr id="55" name="Google Shape;55;p3"/>
              <p:cNvSpPr/>
              <p:nvPr/>
            </p:nvSpPr>
            <p:spPr>
              <a:xfrm rot="10800000">
                <a:off x="604976"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3"/>
              <p:cNvSpPr/>
              <p:nvPr/>
            </p:nvSpPr>
            <p:spPr>
              <a:xfrm rot="10800000">
                <a:off x="604976" y="3430"/>
                <a:ext cx="316800" cy="1036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3"/>
              <p:cNvSpPr/>
              <p:nvPr/>
            </p:nvSpPr>
            <p:spPr>
              <a:xfrm rot="10800000">
                <a:off x="604976"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 name="Google Shape;58;p3"/>
            <p:cNvGrpSpPr/>
            <p:nvPr/>
          </p:nvGrpSpPr>
          <p:grpSpPr>
            <a:xfrm>
              <a:off x="146769" y="3406"/>
              <a:ext cx="316800" cy="1384535"/>
              <a:chOff x="146769" y="3406"/>
              <a:chExt cx="316800" cy="1384535"/>
            </a:xfrm>
          </p:grpSpPr>
          <p:sp>
            <p:nvSpPr>
              <p:cNvPr id="59" name="Google Shape;59;p3"/>
              <p:cNvSpPr/>
              <p:nvPr/>
            </p:nvSpPr>
            <p:spPr>
              <a:xfrm rot="10800000">
                <a:off x="146769"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3"/>
              <p:cNvSpPr/>
              <p:nvPr/>
            </p:nvSpPr>
            <p:spPr>
              <a:xfrm rot="10800000">
                <a:off x="146769" y="3441"/>
                <a:ext cx="316800" cy="1384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3"/>
              <p:cNvSpPr/>
              <p:nvPr/>
            </p:nvSpPr>
            <p:spPr>
              <a:xfrm rot="10800000">
                <a:off x="146769" y="3430"/>
                <a:ext cx="316800" cy="1036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3"/>
              <p:cNvSpPr/>
              <p:nvPr/>
            </p:nvSpPr>
            <p:spPr>
              <a:xfrm rot="10800000">
                <a:off x="146769"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63" name="Google Shape;63;p3"/>
          <p:cNvGrpSpPr/>
          <p:nvPr/>
        </p:nvGrpSpPr>
        <p:grpSpPr>
          <a:xfrm>
            <a:off x="6775084" y="2904008"/>
            <a:ext cx="2186148" cy="2239500"/>
            <a:chOff x="6775084" y="2904008"/>
            <a:chExt cx="2186148" cy="2239500"/>
          </a:xfrm>
        </p:grpSpPr>
        <p:grpSp>
          <p:nvGrpSpPr>
            <p:cNvPr id="64" name="Google Shape;64;p3"/>
            <p:cNvGrpSpPr/>
            <p:nvPr/>
          </p:nvGrpSpPr>
          <p:grpSpPr>
            <a:xfrm>
              <a:off x="6775084" y="4253708"/>
              <a:ext cx="409500" cy="889800"/>
              <a:chOff x="6775084" y="4253708"/>
              <a:chExt cx="409500" cy="889800"/>
            </a:xfrm>
          </p:grpSpPr>
          <p:sp>
            <p:nvSpPr>
              <p:cNvPr id="65" name="Google Shape;65;p3"/>
              <p:cNvSpPr/>
              <p:nvPr/>
            </p:nvSpPr>
            <p:spPr>
              <a:xfrm>
                <a:off x="6775084"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3"/>
              <p:cNvSpPr/>
              <p:nvPr/>
            </p:nvSpPr>
            <p:spPr>
              <a:xfrm>
                <a:off x="6775084"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 name="Google Shape;67;p3"/>
            <p:cNvGrpSpPr/>
            <p:nvPr/>
          </p:nvGrpSpPr>
          <p:grpSpPr>
            <a:xfrm>
              <a:off x="7367299" y="3804008"/>
              <a:ext cx="409500" cy="1339500"/>
              <a:chOff x="7367299" y="3804008"/>
              <a:chExt cx="409500" cy="1339500"/>
            </a:xfrm>
          </p:grpSpPr>
          <p:sp>
            <p:nvSpPr>
              <p:cNvPr id="68" name="Google Shape;68;p3"/>
              <p:cNvSpPr/>
              <p:nvPr/>
            </p:nvSpPr>
            <p:spPr>
              <a:xfrm>
                <a:off x="7367299"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3"/>
              <p:cNvSpPr/>
              <p:nvPr/>
            </p:nvSpPr>
            <p:spPr>
              <a:xfrm>
                <a:off x="7367299"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3"/>
              <p:cNvSpPr/>
              <p:nvPr/>
            </p:nvSpPr>
            <p:spPr>
              <a:xfrm>
                <a:off x="7367299"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 name="Google Shape;71;p3"/>
            <p:cNvGrpSpPr/>
            <p:nvPr/>
          </p:nvGrpSpPr>
          <p:grpSpPr>
            <a:xfrm>
              <a:off x="7959516" y="3354008"/>
              <a:ext cx="409500" cy="1789500"/>
              <a:chOff x="7959516" y="3354008"/>
              <a:chExt cx="409500" cy="1789500"/>
            </a:xfrm>
          </p:grpSpPr>
          <p:sp>
            <p:nvSpPr>
              <p:cNvPr id="72" name="Google Shape;72;p3"/>
              <p:cNvSpPr/>
              <p:nvPr/>
            </p:nvSpPr>
            <p:spPr>
              <a:xfrm>
                <a:off x="7959516"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3"/>
              <p:cNvSpPr/>
              <p:nvPr/>
            </p:nvSpPr>
            <p:spPr>
              <a:xfrm>
                <a:off x="7959516" y="3354008"/>
                <a:ext cx="409500" cy="178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3"/>
              <p:cNvSpPr/>
              <p:nvPr/>
            </p:nvSpPr>
            <p:spPr>
              <a:xfrm>
                <a:off x="7959516"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3"/>
              <p:cNvSpPr/>
              <p:nvPr/>
            </p:nvSpPr>
            <p:spPr>
              <a:xfrm>
                <a:off x="7959516"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 name="Google Shape;76;p3"/>
            <p:cNvGrpSpPr/>
            <p:nvPr/>
          </p:nvGrpSpPr>
          <p:grpSpPr>
            <a:xfrm>
              <a:off x="8551731" y="2904008"/>
              <a:ext cx="409500" cy="2239500"/>
              <a:chOff x="8551731" y="2904008"/>
              <a:chExt cx="409500" cy="2239500"/>
            </a:xfrm>
          </p:grpSpPr>
          <p:sp>
            <p:nvSpPr>
              <p:cNvPr id="77" name="Google Shape;77;p3"/>
              <p:cNvSpPr/>
              <p:nvPr/>
            </p:nvSpPr>
            <p:spPr>
              <a:xfrm>
                <a:off x="8551731"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3"/>
              <p:cNvSpPr/>
              <p:nvPr/>
            </p:nvSpPr>
            <p:spPr>
              <a:xfrm>
                <a:off x="8551731" y="3354008"/>
                <a:ext cx="409500" cy="178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3"/>
              <p:cNvSpPr/>
              <p:nvPr/>
            </p:nvSpPr>
            <p:spPr>
              <a:xfrm>
                <a:off x="8551731"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3"/>
              <p:cNvSpPr/>
              <p:nvPr/>
            </p:nvSpPr>
            <p:spPr>
              <a:xfrm>
                <a:off x="8551731" y="2904008"/>
                <a:ext cx="409500" cy="22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3"/>
              <p:cNvSpPr/>
              <p:nvPr/>
            </p:nvSpPr>
            <p:spPr>
              <a:xfrm>
                <a:off x="8551731"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82" name="Google Shape;82;p3"/>
          <p:cNvSpPr txBox="1"/>
          <p:nvPr>
            <p:ph type="title"/>
          </p:nvPr>
        </p:nvSpPr>
        <p:spPr>
          <a:xfrm>
            <a:off x="824000" y="1613825"/>
            <a:ext cx="5857800" cy="1872900"/>
          </a:xfrm>
          <a:prstGeom prst="rect">
            <a:avLst/>
          </a:prstGeom>
        </p:spPr>
        <p:txBody>
          <a:bodyPr anchorCtr="0" anchor="ctr" bIns="91425" lIns="91425" spcFirstLastPara="1" rIns="91425" wrap="square" tIns="91425">
            <a:normAutofit/>
          </a:bodyPr>
          <a:lstStyle>
            <a:lvl1pPr lvl="0">
              <a:spcBef>
                <a:spcPts val="0"/>
              </a:spcBef>
              <a:spcAft>
                <a:spcPts val="0"/>
              </a:spcAft>
              <a:buClr>
                <a:srgbClr val="F3F3F3"/>
              </a:buClr>
              <a:buSzPts val="3600"/>
              <a:buNone/>
              <a:defRPr sz="3600">
                <a:solidFill>
                  <a:srgbClr val="F3F3F3"/>
                </a:solidFill>
              </a:defRPr>
            </a:lvl1pPr>
            <a:lvl2pPr lvl="1">
              <a:spcBef>
                <a:spcPts val="0"/>
              </a:spcBef>
              <a:spcAft>
                <a:spcPts val="0"/>
              </a:spcAft>
              <a:buClr>
                <a:srgbClr val="F3F3F3"/>
              </a:buClr>
              <a:buSzPts val="3600"/>
              <a:buNone/>
              <a:defRPr sz="3600">
                <a:solidFill>
                  <a:srgbClr val="F3F3F3"/>
                </a:solidFill>
              </a:defRPr>
            </a:lvl2pPr>
            <a:lvl3pPr lvl="2">
              <a:spcBef>
                <a:spcPts val="0"/>
              </a:spcBef>
              <a:spcAft>
                <a:spcPts val="0"/>
              </a:spcAft>
              <a:buClr>
                <a:srgbClr val="F3F3F3"/>
              </a:buClr>
              <a:buSzPts val="3600"/>
              <a:buNone/>
              <a:defRPr sz="3600">
                <a:solidFill>
                  <a:srgbClr val="F3F3F3"/>
                </a:solidFill>
              </a:defRPr>
            </a:lvl3pPr>
            <a:lvl4pPr lvl="3">
              <a:spcBef>
                <a:spcPts val="0"/>
              </a:spcBef>
              <a:spcAft>
                <a:spcPts val="0"/>
              </a:spcAft>
              <a:buClr>
                <a:srgbClr val="F3F3F3"/>
              </a:buClr>
              <a:buSzPts val="3600"/>
              <a:buNone/>
              <a:defRPr sz="3600">
                <a:solidFill>
                  <a:srgbClr val="F3F3F3"/>
                </a:solidFill>
              </a:defRPr>
            </a:lvl4pPr>
            <a:lvl5pPr lvl="4">
              <a:spcBef>
                <a:spcPts val="0"/>
              </a:spcBef>
              <a:spcAft>
                <a:spcPts val="0"/>
              </a:spcAft>
              <a:buClr>
                <a:srgbClr val="F3F3F3"/>
              </a:buClr>
              <a:buSzPts val="3600"/>
              <a:buNone/>
              <a:defRPr sz="3600">
                <a:solidFill>
                  <a:srgbClr val="F3F3F3"/>
                </a:solidFill>
              </a:defRPr>
            </a:lvl5pPr>
            <a:lvl6pPr lvl="5">
              <a:spcBef>
                <a:spcPts val="0"/>
              </a:spcBef>
              <a:spcAft>
                <a:spcPts val="0"/>
              </a:spcAft>
              <a:buClr>
                <a:srgbClr val="F3F3F3"/>
              </a:buClr>
              <a:buSzPts val="3600"/>
              <a:buNone/>
              <a:defRPr sz="3600">
                <a:solidFill>
                  <a:srgbClr val="F3F3F3"/>
                </a:solidFill>
              </a:defRPr>
            </a:lvl6pPr>
            <a:lvl7pPr lvl="6">
              <a:spcBef>
                <a:spcPts val="0"/>
              </a:spcBef>
              <a:spcAft>
                <a:spcPts val="0"/>
              </a:spcAft>
              <a:buClr>
                <a:srgbClr val="F3F3F3"/>
              </a:buClr>
              <a:buSzPts val="3600"/>
              <a:buNone/>
              <a:defRPr sz="3600">
                <a:solidFill>
                  <a:srgbClr val="F3F3F3"/>
                </a:solidFill>
              </a:defRPr>
            </a:lvl7pPr>
            <a:lvl8pPr lvl="7">
              <a:spcBef>
                <a:spcPts val="0"/>
              </a:spcBef>
              <a:spcAft>
                <a:spcPts val="0"/>
              </a:spcAft>
              <a:buClr>
                <a:srgbClr val="F3F3F3"/>
              </a:buClr>
              <a:buSzPts val="3600"/>
              <a:buNone/>
              <a:defRPr sz="3600">
                <a:solidFill>
                  <a:srgbClr val="F3F3F3"/>
                </a:solidFill>
              </a:defRPr>
            </a:lvl8pPr>
            <a:lvl9pPr lvl="8">
              <a:spcBef>
                <a:spcPts val="0"/>
              </a:spcBef>
              <a:spcAft>
                <a:spcPts val="0"/>
              </a:spcAft>
              <a:buClr>
                <a:srgbClr val="F3F3F3"/>
              </a:buClr>
              <a:buSzPts val="3600"/>
              <a:buNone/>
              <a:defRPr sz="3600">
                <a:solidFill>
                  <a:srgbClr val="F3F3F3"/>
                </a:solidFill>
              </a:defRPr>
            </a:lvl9pPr>
          </a:lstStyle>
          <a:p/>
        </p:txBody>
      </p:sp>
      <p:sp>
        <p:nvSpPr>
          <p:cNvPr id="83" name="Google Shape;83;p3"/>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84" name="Shape 84"/>
        <p:cNvGrpSpPr/>
        <p:nvPr/>
      </p:nvGrpSpPr>
      <p:grpSpPr>
        <a:xfrm>
          <a:off x="0" y="0"/>
          <a:ext cx="0" cy="0"/>
          <a:chOff x="0" y="0"/>
          <a:chExt cx="0" cy="0"/>
        </a:xfrm>
      </p:grpSpPr>
      <p:grpSp>
        <p:nvGrpSpPr>
          <p:cNvPr id="85" name="Google Shape;85;p4"/>
          <p:cNvGrpSpPr/>
          <p:nvPr/>
        </p:nvGrpSpPr>
        <p:grpSpPr>
          <a:xfrm>
            <a:off x="625966" y="299376"/>
            <a:ext cx="999312" cy="999312"/>
            <a:chOff x="348199" y="179450"/>
            <a:chExt cx="1116300" cy="1116300"/>
          </a:xfrm>
        </p:grpSpPr>
        <p:sp>
          <p:nvSpPr>
            <p:cNvPr id="86" name="Google Shape;86;p4"/>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4"/>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8" name="Google Shape;88;p4"/>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9" name="Google Shape;89;p4"/>
          <p:cNvSpPr txBox="1"/>
          <p:nvPr>
            <p:ph idx="1" type="body"/>
          </p:nvPr>
        </p:nvSpPr>
        <p:spPr>
          <a:xfrm>
            <a:off x="1303800" y="1990050"/>
            <a:ext cx="7030500" cy="25416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90" name="Google Shape;90;p4"/>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91" name="Shape 91"/>
        <p:cNvGrpSpPr/>
        <p:nvPr/>
      </p:nvGrpSpPr>
      <p:grpSpPr>
        <a:xfrm>
          <a:off x="0" y="0"/>
          <a:ext cx="0" cy="0"/>
          <a:chOff x="0" y="0"/>
          <a:chExt cx="0" cy="0"/>
        </a:xfrm>
      </p:grpSpPr>
      <p:grpSp>
        <p:nvGrpSpPr>
          <p:cNvPr id="92" name="Google Shape;92;p5"/>
          <p:cNvGrpSpPr/>
          <p:nvPr/>
        </p:nvGrpSpPr>
        <p:grpSpPr>
          <a:xfrm>
            <a:off x="625966" y="299376"/>
            <a:ext cx="999312" cy="999312"/>
            <a:chOff x="348199" y="179450"/>
            <a:chExt cx="1116300" cy="1116300"/>
          </a:xfrm>
        </p:grpSpPr>
        <p:sp>
          <p:nvSpPr>
            <p:cNvPr id="93" name="Google Shape;93;p5"/>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5"/>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5"/>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6" name="Google Shape;96;p5"/>
          <p:cNvSpPr txBox="1"/>
          <p:nvPr>
            <p:ph idx="1" type="body"/>
          </p:nvPr>
        </p:nvSpPr>
        <p:spPr>
          <a:xfrm>
            <a:off x="1303800" y="1990050"/>
            <a:ext cx="34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7" name="Google Shape;97;p5"/>
          <p:cNvSpPr txBox="1"/>
          <p:nvPr>
            <p:ph idx="2" type="body"/>
          </p:nvPr>
        </p:nvSpPr>
        <p:spPr>
          <a:xfrm>
            <a:off x="4903650" y="1990050"/>
            <a:ext cx="34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8" name="Google Shape;98;p5"/>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9" name="Shape 99"/>
        <p:cNvGrpSpPr/>
        <p:nvPr/>
      </p:nvGrpSpPr>
      <p:grpSpPr>
        <a:xfrm>
          <a:off x="0" y="0"/>
          <a:ext cx="0" cy="0"/>
          <a:chOff x="0" y="0"/>
          <a:chExt cx="0" cy="0"/>
        </a:xfrm>
      </p:grpSpPr>
      <p:grpSp>
        <p:nvGrpSpPr>
          <p:cNvPr id="100" name="Google Shape;100;p6"/>
          <p:cNvGrpSpPr/>
          <p:nvPr/>
        </p:nvGrpSpPr>
        <p:grpSpPr>
          <a:xfrm>
            <a:off x="625966" y="299376"/>
            <a:ext cx="999312" cy="999312"/>
            <a:chOff x="348199" y="179450"/>
            <a:chExt cx="1116300" cy="1116300"/>
          </a:xfrm>
        </p:grpSpPr>
        <p:sp>
          <p:nvSpPr>
            <p:cNvPr id="101" name="Google Shape;101;p6"/>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6"/>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6"/>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4" name="Google Shape;104;p6"/>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05" name="Shape 105"/>
        <p:cNvGrpSpPr/>
        <p:nvPr/>
      </p:nvGrpSpPr>
      <p:grpSpPr>
        <a:xfrm>
          <a:off x="0" y="0"/>
          <a:ext cx="0" cy="0"/>
          <a:chOff x="0" y="0"/>
          <a:chExt cx="0" cy="0"/>
        </a:xfrm>
      </p:grpSpPr>
      <p:grpSp>
        <p:nvGrpSpPr>
          <p:cNvPr id="106" name="Google Shape;106;p7"/>
          <p:cNvGrpSpPr/>
          <p:nvPr/>
        </p:nvGrpSpPr>
        <p:grpSpPr>
          <a:xfrm>
            <a:off x="625966" y="299376"/>
            <a:ext cx="999312" cy="999312"/>
            <a:chOff x="348199" y="179450"/>
            <a:chExt cx="1116300" cy="1116300"/>
          </a:xfrm>
        </p:grpSpPr>
        <p:sp>
          <p:nvSpPr>
            <p:cNvPr id="107" name="Google Shape;107;p7"/>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7"/>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9" name="Google Shape;109;p7"/>
          <p:cNvSpPr txBox="1"/>
          <p:nvPr>
            <p:ph type="title"/>
          </p:nvPr>
        </p:nvSpPr>
        <p:spPr>
          <a:xfrm>
            <a:off x="1303800" y="598575"/>
            <a:ext cx="3312000" cy="15900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10" name="Google Shape;110;p7"/>
          <p:cNvSpPr txBox="1"/>
          <p:nvPr>
            <p:ph idx="1" type="body"/>
          </p:nvPr>
        </p:nvSpPr>
        <p:spPr>
          <a:xfrm>
            <a:off x="1303800" y="2309675"/>
            <a:ext cx="3312000" cy="22218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11" name="Google Shape;111;p7"/>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dk1"/>
        </a:solidFill>
      </p:bgPr>
    </p:bg>
    <p:spTree>
      <p:nvGrpSpPr>
        <p:cNvPr id="112" name="Shape 112"/>
        <p:cNvGrpSpPr/>
        <p:nvPr/>
      </p:nvGrpSpPr>
      <p:grpSpPr>
        <a:xfrm>
          <a:off x="0" y="0"/>
          <a:ext cx="0" cy="0"/>
          <a:chOff x="0" y="0"/>
          <a:chExt cx="0" cy="0"/>
        </a:xfrm>
      </p:grpSpPr>
      <p:grpSp>
        <p:nvGrpSpPr>
          <p:cNvPr id="113" name="Google Shape;113;p8"/>
          <p:cNvGrpSpPr/>
          <p:nvPr/>
        </p:nvGrpSpPr>
        <p:grpSpPr>
          <a:xfrm>
            <a:off x="6866714" y="1306"/>
            <a:ext cx="2267451" cy="2601690"/>
            <a:chOff x="6790514" y="1306"/>
            <a:chExt cx="2267451" cy="2601690"/>
          </a:xfrm>
        </p:grpSpPr>
        <p:grpSp>
          <p:nvGrpSpPr>
            <p:cNvPr id="114" name="Google Shape;114;p8"/>
            <p:cNvGrpSpPr/>
            <p:nvPr/>
          </p:nvGrpSpPr>
          <p:grpSpPr>
            <a:xfrm>
              <a:off x="7067465" y="1306"/>
              <a:ext cx="1990500" cy="1990200"/>
              <a:chOff x="7067465" y="1306"/>
              <a:chExt cx="1990500" cy="1990200"/>
            </a:xfrm>
          </p:grpSpPr>
          <p:sp>
            <p:nvSpPr>
              <p:cNvPr id="115" name="Google Shape;115;p8"/>
              <p:cNvSpPr/>
              <p:nvPr/>
            </p:nvSpPr>
            <p:spPr>
              <a:xfrm rot="-8648551">
                <a:off x="7594313" y="527721"/>
                <a:ext cx="937226" cy="937226"/>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8"/>
              <p:cNvSpPr/>
              <p:nvPr/>
            </p:nvSpPr>
            <p:spPr>
              <a:xfrm rot="-8648551">
                <a:off x="7594313" y="527721"/>
                <a:ext cx="937226" cy="937226"/>
              </a:xfrm>
              <a:prstGeom prst="pie">
                <a:avLst>
                  <a:gd fmla="val 19376841"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8"/>
              <p:cNvSpPr/>
              <p:nvPr/>
            </p:nvSpPr>
            <p:spPr>
              <a:xfrm rot="-8649154">
                <a:off x="7349891" y="283705"/>
                <a:ext cx="1425647" cy="14254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8" name="Google Shape;118;p8"/>
            <p:cNvGrpSpPr/>
            <p:nvPr/>
          </p:nvGrpSpPr>
          <p:grpSpPr>
            <a:xfrm>
              <a:off x="8207126" y="1807996"/>
              <a:ext cx="795000" cy="795000"/>
              <a:chOff x="8207126" y="1807996"/>
              <a:chExt cx="795000" cy="795000"/>
            </a:xfrm>
          </p:grpSpPr>
          <p:sp>
            <p:nvSpPr>
              <p:cNvPr id="119" name="Google Shape;119;p8"/>
              <p:cNvSpPr/>
              <p:nvPr/>
            </p:nvSpPr>
            <p:spPr>
              <a:xfrm rot="2152054">
                <a:off x="8319942" y="1920813"/>
                <a:ext cx="569367" cy="569367"/>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8"/>
              <p:cNvSpPr/>
              <p:nvPr/>
            </p:nvSpPr>
            <p:spPr>
              <a:xfrm rot="2150259">
                <a:off x="8408218" y="2008610"/>
                <a:ext cx="393004" cy="3930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8"/>
              <p:cNvSpPr/>
              <p:nvPr/>
            </p:nvSpPr>
            <p:spPr>
              <a:xfrm rot="2150259">
                <a:off x="8408218" y="2008610"/>
                <a:ext cx="393004" cy="393004"/>
              </a:xfrm>
              <a:prstGeom prst="pie">
                <a:avLst>
                  <a:gd fmla="val 5699893"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2" name="Google Shape;122;p8"/>
            <p:cNvGrpSpPr/>
            <p:nvPr/>
          </p:nvGrpSpPr>
          <p:grpSpPr>
            <a:xfrm>
              <a:off x="6790514" y="118857"/>
              <a:ext cx="548700" cy="548700"/>
              <a:chOff x="6790514" y="118857"/>
              <a:chExt cx="548700" cy="548700"/>
            </a:xfrm>
          </p:grpSpPr>
          <p:sp>
            <p:nvSpPr>
              <p:cNvPr id="123" name="Google Shape;123;p8"/>
              <p:cNvSpPr/>
              <p:nvPr/>
            </p:nvSpPr>
            <p:spPr>
              <a:xfrm rot="2150259">
                <a:off x="6868362" y="196705"/>
                <a:ext cx="393004" cy="3930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8"/>
              <p:cNvSpPr/>
              <p:nvPr/>
            </p:nvSpPr>
            <p:spPr>
              <a:xfrm rot="2150259">
                <a:off x="6868362" y="196705"/>
                <a:ext cx="393004" cy="393004"/>
              </a:xfrm>
              <a:prstGeom prst="pie">
                <a:avLst>
                  <a:gd fmla="val 5699893"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25" name="Google Shape;125;p8"/>
          <p:cNvSpPr txBox="1"/>
          <p:nvPr>
            <p:ph type="title"/>
          </p:nvPr>
        </p:nvSpPr>
        <p:spPr>
          <a:xfrm>
            <a:off x="824000" y="763600"/>
            <a:ext cx="5857800" cy="3573300"/>
          </a:xfrm>
          <a:prstGeom prst="rect">
            <a:avLst/>
          </a:prstGeom>
        </p:spPr>
        <p:txBody>
          <a:bodyPr anchorCtr="0" anchor="ctr" bIns="91425" lIns="91425" spcFirstLastPara="1" rIns="91425" wrap="square" tIns="91425">
            <a:normAutofit/>
          </a:bodyPr>
          <a:lstStyle>
            <a:lvl1pPr lvl="0">
              <a:spcBef>
                <a:spcPts val="0"/>
              </a:spcBef>
              <a:spcAft>
                <a:spcPts val="0"/>
              </a:spcAft>
              <a:buClr>
                <a:srgbClr val="EFEFEF"/>
              </a:buClr>
              <a:buSzPts val="3600"/>
              <a:buNone/>
              <a:defRPr sz="3600">
                <a:solidFill>
                  <a:srgbClr val="EFEFEF"/>
                </a:solidFill>
              </a:defRPr>
            </a:lvl1pPr>
            <a:lvl2pPr lvl="1">
              <a:spcBef>
                <a:spcPts val="0"/>
              </a:spcBef>
              <a:spcAft>
                <a:spcPts val="0"/>
              </a:spcAft>
              <a:buClr>
                <a:srgbClr val="EFEFEF"/>
              </a:buClr>
              <a:buSzPts val="3600"/>
              <a:buNone/>
              <a:defRPr sz="3600">
                <a:solidFill>
                  <a:srgbClr val="EFEFEF"/>
                </a:solidFill>
              </a:defRPr>
            </a:lvl2pPr>
            <a:lvl3pPr lvl="2">
              <a:spcBef>
                <a:spcPts val="0"/>
              </a:spcBef>
              <a:spcAft>
                <a:spcPts val="0"/>
              </a:spcAft>
              <a:buClr>
                <a:srgbClr val="EFEFEF"/>
              </a:buClr>
              <a:buSzPts val="3600"/>
              <a:buNone/>
              <a:defRPr sz="3600">
                <a:solidFill>
                  <a:srgbClr val="EFEFEF"/>
                </a:solidFill>
              </a:defRPr>
            </a:lvl3pPr>
            <a:lvl4pPr lvl="3">
              <a:spcBef>
                <a:spcPts val="0"/>
              </a:spcBef>
              <a:spcAft>
                <a:spcPts val="0"/>
              </a:spcAft>
              <a:buClr>
                <a:srgbClr val="EFEFEF"/>
              </a:buClr>
              <a:buSzPts val="3600"/>
              <a:buNone/>
              <a:defRPr sz="3600">
                <a:solidFill>
                  <a:srgbClr val="EFEFEF"/>
                </a:solidFill>
              </a:defRPr>
            </a:lvl4pPr>
            <a:lvl5pPr lvl="4">
              <a:spcBef>
                <a:spcPts val="0"/>
              </a:spcBef>
              <a:spcAft>
                <a:spcPts val="0"/>
              </a:spcAft>
              <a:buClr>
                <a:srgbClr val="EFEFEF"/>
              </a:buClr>
              <a:buSzPts val="3600"/>
              <a:buNone/>
              <a:defRPr sz="3600">
                <a:solidFill>
                  <a:srgbClr val="EFEFEF"/>
                </a:solidFill>
              </a:defRPr>
            </a:lvl5pPr>
            <a:lvl6pPr lvl="5">
              <a:spcBef>
                <a:spcPts val="0"/>
              </a:spcBef>
              <a:spcAft>
                <a:spcPts val="0"/>
              </a:spcAft>
              <a:buClr>
                <a:srgbClr val="EFEFEF"/>
              </a:buClr>
              <a:buSzPts val="3600"/>
              <a:buNone/>
              <a:defRPr sz="3600">
                <a:solidFill>
                  <a:srgbClr val="EFEFEF"/>
                </a:solidFill>
              </a:defRPr>
            </a:lvl6pPr>
            <a:lvl7pPr lvl="6">
              <a:spcBef>
                <a:spcPts val="0"/>
              </a:spcBef>
              <a:spcAft>
                <a:spcPts val="0"/>
              </a:spcAft>
              <a:buClr>
                <a:srgbClr val="EFEFEF"/>
              </a:buClr>
              <a:buSzPts val="3600"/>
              <a:buNone/>
              <a:defRPr sz="3600">
                <a:solidFill>
                  <a:srgbClr val="EFEFEF"/>
                </a:solidFill>
              </a:defRPr>
            </a:lvl7pPr>
            <a:lvl8pPr lvl="7">
              <a:spcBef>
                <a:spcPts val="0"/>
              </a:spcBef>
              <a:spcAft>
                <a:spcPts val="0"/>
              </a:spcAft>
              <a:buClr>
                <a:srgbClr val="EFEFEF"/>
              </a:buClr>
              <a:buSzPts val="3600"/>
              <a:buNone/>
              <a:defRPr sz="3600">
                <a:solidFill>
                  <a:srgbClr val="EFEFEF"/>
                </a:solidFill>
              </a:defRPr>
            </a:lvl8pPr>
            <a:lvl9pPr lvl="8">
              <a:spcBef>
                <a:spcPts val="0"/>
              </a:spcBef>
              <a:spcAft>
                <a:spcPts val="0"/>
              </a:spcAft>
              <a:buClr>
                <a:srgbClr val="EFEFEF"/>
              </a:buClr>
              <a:buSzPts val="3600"/>
              <a:buNone/>
              <a:defRPr sz="3600">
                <a:solidFill>
                  <a:srgbClr val="EFEFEF"/>
                </a:solidFill>
              </a:defRPr>
            </a:lvl9pPr>
          </a:lstStyle>
          <a:p/>
        </p:txBody>
      </p:sp>
      <p:sp>
        <p:nvSpPr>
          <p:cNvPr id="126" name="Google Shape;126;p8"/>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27" name="Shape 127"/>
        <p:cNvGrpSpPr/>
        <p:nvPr/>
      </p:nvGrpSpPr>
      <p:grpSpPr>
        <a:xfrm>
          <a:off x="0" y="0"/>
          <a:ext cx="0" cy="0"/>
          <a:chOff x="0" y="0"/>
          <a:chExt cx="0" cy="0"/>
        </a:xfrm>
      </p:grpSpPr>
      <p:grpSp>
        <p:nvGrpSpPr>
          <p:cNvPr id="128" name="Google Shape;128;p9"/>
          <p:cNvGrpSpPr/>
          <p:nvPr/>
        </p:nvGrpSpPr>
        <p:grpSpPr>
          <a:xfrm>
            <a:off x="625966" y="299376"/>
            <a:ext cx="999312" cy="999312"/>
            <a:chOff x="348199" y="179450"/>
            <a:chExt cx="1116300" cy="1116300"/>
          </a:xfrm>
        </p:grpSpPr>
        <p:sp>
          <p:nvSpPr>
            <p:cNvPr id="129" name="Google Shape;129;p9"/>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9"/>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1" name="Google Shape;131;p9"/>
          <p:cNvSpPr txBox="1"/>
          <p:nvPr>
            <p:ph type="title"/>
          </p:nvPr>
        </p:nvSpPr>
        <p:spPr>
          <a:xfrm>
            <a:off x="1303800" y="598575"/>
            <a:ext cx="3430500" cy="19902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32" name="Google Shape;132;p9"/>
          <p:cNvSpPr txBox="1"/>
          <p:nvPr>
            <p:ph idx="1" type="subTitle"/>
          </p:nvPr>
        </p:nvSpPr>
        <p:spPr>
          <a:xfrm>
            <a:off x="1303800" y="2743203"/>
            <a:ext cx="3430500" cy="7260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33" name="Google Shape;133;p9"/>
          <p:cNvSpPr txBox="1"/>
          <p:nvPr>
            <p:ph idx="2" type="body"/>
          </p:nvPr>
        </p:nvSpPr>
        <p:spPr>
          <a:xfrm>
            <a:off x="4903700" y="661000"/>
            <a:ext cx="3430500" cy="38706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34" name="Google Shape;134;p9"/>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35" name="Shape 135"/>
        <p:cNvGrpSpPr/>
        <p:nvPr/>
      </p:nvGrpSpPr>
      <p:grpSpPr>
        <a:xfrm>
          <a:off x="0" y="0"/>
          <a:ext cx="0" cy="0"/>
          <a:chOff x="0" y="0"/>
          <a:chExt cx="0" cy="0"/>
        </a:xfrm>
      </p:grpSpPr>
      <p:grpSp>
        <p:nvGrpSpPr>
          <p:cNvPr id="136" name="Google Shape;136;p10"/>
          <p:cNvGrpSpPr/>
          <p:nvPr/>
        </p:nvGrpSpPr>
        <p:grpSpPr>
          <a:xfrm>
            <a:off x="713373" y="3847119"/>
            <a:ext cx="825392" cy="825392"/>
            <a:chOff x="348199" y="179450"/>
            <a:chExt cx="1116300" cy="1116300"/>
          </a:xfrm>
        </p:grpSpPr>
        <p:sp>
          <p:nvSpPr>
            <p:cNvPr id="137" name="Google Shape;137;p10"/>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0"/>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9" name="Google Shape;139;p10"/>
          <p:cNvSpPr txBox="1"/>
          <p:nvPr>
            <p:ph idx="1" type="body"/>
          </p:nvPr>
        </p:nvSpPr>
        <p:spPr>
          <a:xfrm>
            <a:off x="1303800" y="4138975"/>
            <a:ext cx="5843100" cy="534900"/>
          </a:xfrm>
          <a:prstGeom prst="rect">
            <a:avLst/>
          </a:prstGeom>
        </p:spPr>
        <p:txBody>
          <a:bodyPr anchorCtr="0" anchor="t"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40" name="Google Shape;140;p10"/>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3"/>
        </a:solidFill>
      </p:bgPr>
    </p:bg>
    <p:spTree>
      <p:nvGrpSpPr>
        <p:cNvPr id="141" name="Shape 141"/>
        <p:cNvGrpSpPr/>
        <p:nvPr/>
      </p:nvGrpSpPr>
      <p:grpSpPr>
        <a:xfrm>
          <a:off x="0" y="0"/>
          <a:ext cx="0" cy="0"/>
          <a:chOff x="0" y="0"/>
          <a:chExt cx="0" cy="0"/>
        </a:xfrm>
      </p:grpSpPr>
      <p:grpSp>
        <p:nvGrpSpPr>
          <p:cNvPr id="142" name="Google Shape;142;p11"/>
          <p:cNvGrpSpPr/>
          <p:nvPr/>
        </p:nvGrpSpPr>
        <p:grpSpPr>
          <a:xfrm>
            <a:off x="52" y="4099200"/>
            <a:ext cx="9144036" cy="1044300"/>
            <a:chOff x="52" y="4099200"/>
            <a:chExt cx="9144036" cy="1044300"/>
          </a:xfrm>
        </p:grpSpPr>
        <p:grpSp>
          <p:nvGrpSpPr>
            <p:cNvPr id="143" name="Google Shape;143;p11"/>
            <p:cNvGrpSpPr/>
            <p:nvPr/>
          </p:nvGrpSpPr>
          <p:grpSpPr>
            <a:xfrm>
              <a:off x="52" y="4309200"/>
              <a:ext cx="231622" cy="834300"/>
              <a:chOff x="2688737" y="4301380"/>
              <a:chExt cx="231900" cy="834300"/>
            </a:xfrm>
          </p:grpSpPr>
          <p:sp>
            <p:nvSpPr>
              <p:cNvPr id="144" name="Google Shape;144;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8" name="Google Shape;148;p11"/>
            <p:cNvGrpSpPr/>
            <p:nvPr/>
          </p:nvGrpSpPr>
          <p:grpSpPr>
            <a:xfrm>
              <a:off x="371406" y="4099200"/>
              <a:ext cx="231622" cy="1044300"/>
              <a:chOff x="2688737" y="4091380"/>
              <a:chExt cx="231900" cy="1044300"/>
            </a:xfrm>
          </p:grpSpPr>
          <p:sp>
            <p:nvSpPr>
              <p:cNvPr id="149" name="Google Shape;149;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1"/>
              <p:cNvSpPr/>
              <p:nvPr/>
            </p:nvSpPr>
            <p:spPr>
              <a:xfrm flipH="1">
                <a:off x="2688737" y="4091380"/>
                <a:ext cx="2319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4" name="Google Shape;154;p11"/>
            <p:cNvGrpSpPr/>
            <p:nvPr/>
          </p:nvGrpSpPr>
          <p:grpSpPr>
            <a:xfrm>
              <a:off x="742761" y="4309200"/>
              <a:ext cx="231622" cy="834300"/>
              <a:chOff x="2688737" y="4301380"/>
              <a:chExt cx="231900" cy="834300"/>
            </a:xfrm>
          </p:grpSpPr>
          <p:sp>
            <p:nvSpPr>
              <p:cNvPr id="155" name="Google Shape;155;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9" name="Google Shape;159;p11"/>
            <p:cNvGrpSpPr/>
            <p:nvPr/>
          </p:nvGrpSpPr>
          <p:grpSpPr>
            <a:xfrm>
              <a:off x="1114115" y="4518900"/>
              <a:ext cx="231622" cy="624600"/>
              <a:chOff x="2688737" y="4511080"/>
              <a:chExt cx="231900" cy="624600"/>
            </a:xfrm>
          </p:grpSpPr>
          <p:sp>
            <p:nvSpPr>
              <p:cNvPr id="160" name="Google Shape;160;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3" name="Google Shape;163;p11"/>
            <p:cNvGrpSpPr/>
            <p:nvPr/>
          </p:nvGrpSpPr>
          <p:grpSpPr>
            <a:xfrm>
              <a:off x="1856753" y="4099200"/>
              <a:ext cx="231600" cy="1044300"/>
              <a:chOff x="1856753" y="4099200"/>
              <a:chExt cx="231600" cy="1044300"/>
            </a:xfrm>
          </p:grpSpPr>
          <p:sp>
            <p:nvSpPr>
              <p:cNvPr id="164" name="Google Shape;164;p11"/>
              <p:cNvSpPr/>
              <p:nvPr/>
            </p:nvSpPr>
            <p:spPr>
              <a:xfrm flipH="1">
                <a:off x="185675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1"/>
              <p:cNvSpPr/>
              <p:nvPr/>
            </p:nvSpPr>
            <p:spPr>
              <a:xfrm flipH="1">
                <a:off x="1856753"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11"/>
              <p:cNvSpPr/>
              <p:nvPr/>
            </p:nvSpPr>
            <p:spPr>
              <a:xfrm flipH="1">
                <a:off x="185675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11"/>
              <p:cNvSpPr/>
              <p:nvPr/>
            </p:nvSpPr>
            <p:spPr>
              <a:xfrm flipH="1">
                <a:off x="1856753"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11"/>
              <p:cNvSpPr/>
              <p:nvPr/>
            </p:nvSpPr>
            <p:spPr>
              <a:xfrm flipH="1">
                <a:off x="185675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9" name="Google Shape;169;p11"/>
            <p:cNvGrpSpPr/>
            <p:nvPr/>
          </p:nvGrpSpPr>
          <p:grpSpPr>
            <a:xfrm>
              <a:off x="2228107" y="4309200"/>
              <a:ext cx="231600" cy="834300"/>
              <a:chOff x="2228107" y="4309200"/>
              <a:chExt cx="231600" cy="834300"/>
            </a:xfrm>
          </p:grpSpPr>
          <p:sp>
            <p:nvSpPr>
              <p:cNvPr id="170" name="Google Shape;170;p11"/>
              <p:cNvSpPr/>
              <p:nvPr/>
            </p:nvSpPr>
            <p:spPr>
              <a:xfrm flipH="1">
                <a:off x="2228107"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11"/>
              <p:cNvSpPr/>
              <p:nvPr/>
            </p:nvSpPr>
            <p:spPr>
              <a:xfrm flipH="1">
                <a:off x="2228107"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11"/>
              <p:cNvSpPr/>
              <p:nvPr/>
            </p:nvSpPr>
            <p:spPr>
              <a:xfrm flipH="1">
                <a:off x="2228107"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11"/>
              <p:cNvSpPr/>
              <p:nvPr/>
            </p:nvSpPr>
            <p:spPr>
              <a:xfrm flipH="1">
                <a:off x="2228107"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4" name="Google Shape;174;p11"/>
            <p:cNvGrpSpPr/>
            <p:nvPr/>
          </p:nvGrpSpPr>
          <p:grpSpPr>
            <a:xfrm>
              <a:off x="2599462" y="4518900"/>
              <a:ext cx="231600" cy="624600"/>
              <a:chOff x="2599462" y="4518900"/>
              <a:chExt cx="231600" cy="624600"/>
            </a:xfrm>
          </p:grpSpPr>
          <p:sp>
            <p:nvSpPr>
              <p:cNvPr id="175" name="Google Shape;175;p11"/>
              <p:cNvSpPr/>
              <p:nvPr/>
            </p:nvSpPr>
            <p:spPr>
              <a:xfrm flipH="1">
                <a:off x="2599462"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1"/>
              <p:cNvSpPr/>
              <p:nvPr/>
            </p:nvSpPr>
            <p:spPr>
              <a:xfrm flipH="1">
                <a:off x="2599462"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11"/>
              <p:cNvSpPr/>
              <p:nvPr/>
            </p:nvSpPr>
            <p:spPr>
              <a:xfrm flipH="1">
                <a:off x="2599462"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8" name="Google Shape;178;p11"/>
            <p:cNvGrpSpPr/>
            <p:nvPr/>
          </p:nvGrpSpPr>
          <p:grpSpPr>
            <a:xfrm>
              <a:off x="3342171" y="4099200"/>
              <a:ext cx="231600" cy="1044300"/>
              <a:chOff x="3342171" y="4099200"/>
              <a:chExt cx="231600" cy="1044300"/>
            </a:xfrm>
          </p:grpSpPr>
          <p:sp>
            <p:nvSpPr>
              <p:cNvPr id="179" name="Google Shape;179;p11"/>
              <p:cNvSpPr/>
              <p:nvPr/>
            </p:nvSpPr>
            <p:spPr>
              <a:xfrm flipH="1">
                <a:off x="3342171"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11"/>
              <p:cNvSpPr/>
              <p:nvPr/>
            </p:nvSpPr>
            <p:spPr>
              <a:xfrm flipH="1">
                <a:off x="3342171"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11"/>
              <p:cNvSpPr/>
              <p:nvPr/>
            </p:nvSpPr>
            <p:spPr>
              <a:xfrm flipH="1">
                <a:off x="3342171"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11"/>
              <p:cNvSpPr/>
              <p:nvPr/>
            </p:nvSpPr>
            <p:spPr>
              <a:xfrm flipH="1">
                <a:off x="3342171"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11"/>
              <p:cNvSpPr/>
              <p:nvPr/>
            </p:nvSpPr>
            <p:spPr>
              <a:xfrm flipH="1">
                <a:off x="3342171"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4" name="Google Shape;184;p11"/>
            <p:cNvGrpSpPr/>
            <p:nvPr/>
          </p:nvGrpSpPr>
          <p:grpSpPr>
            <a:xfrm>
              <a:off x="3713525" y="4309200"/>
              <a:ext cx="231600" cy="834300"/>
              <a:chOff x="3713525" y="4309200"/>
              <a:chExt cx="231600" cy="834300"/>
            </a:xfrm>
          </p:grpSpPr>
          <p:sp>
            <p:nvSpPr>
              <p:cNvPr id="185" name="Google Shape;185;p11"/>
              <p:cNvSpPr/>
              <p:nvPr/>
            </p:nvSpPr>
            <p:spPr>
              <a:xfrm flipH="1">
                <a:off x="3713525"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1"/>
              <p:cNvSpPr/>
              <p:nvPr/>
            </p:nvSpPr>
            <p:spPr>
              <a:xfrm flipH="1">
                <a:off x="3713525"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1"/>
              <p:cNvSpPr/>
              <p:nvPr/>
            </p:nvSpPr>
            <p:spPr>
              <a:xfrm flipH="1">
                <a:off x="3713525"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1"/>
              <p:cNvSpPr/>
              <p:nvPr/>
            </p:nvSpPr>
            <p:spPr>
              <a:xfrm flipH="1">
                <a:off x="3713525"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9" name="Google Shape;189;p11"/>
            <p:cNvGrpSpPr/>
            <p:nvPr/>
          </p:nvGrpSpPr>
          <p:grpSpPr>
            <a:xfrm>
              <a:off x="1485398" y="4309200"/>
              <a:ext cx="231600" cy="834300"/>
              <a:chOff x="1485398" y="4309200"/>
              <a:chExt cx="231600" cy="834300"/>
            </a:xfrm>
          </p:grpSpPr>
          <p:sp>
            <p:nvSpPr>
              <p:cNvPr id="190" name="Google Shape;190;p11"/>
              <p:cNvSpPr/>
              <p:nvPr/>
            </p:nvSpPr>
            <p:spPr>
              <a:xfrm flipH="1">
                <a:off x="148539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1"/>
              <p:cNvSpPr/>
              <p:nvPr/>
            </p:nvSpPr>
            <p:spPr>
              <a:xfrm flipH="1">
                <a:off x="148539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1"/>
              <p:cNvSpPr/>
              <p:nvPr/>
            </p:nvSpPr>
            <p:spPr>
              <a:xfrm flipH="1">
                <a:off x="148539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1"/>
              <p:cNvSpPr/>
              <p:nvPr/>
            </p:nvSpPr>
            <p:spPr>
              <a:xfrm flipH="1">
                <a:off x="148539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4" name="Google Shape;194;p11"/>
            <p:cNvGrpSpPr/>
            <p:nvPr/>
          </p:nvGrpSpPr>
          <p:grpSpPr>
            <a:xfrm>
              <a:off x="4084879" y="4518900"/>
              <a:ext cx="231600" cy="624600"/>
              <a:chOff x="4084879" y="4518900"/>
              <a:chExt cx="231600" cy="624600"/>
            </a:xfrm>
          </p:grpSpPr>
          <p:sp>
            <p:nvSpPr>
              <p:cNvPr id="195" name="Google Shape;195;p11"/>
              <p:cNvSpPr/>
              <p:nvPr/>
            </p:nvSpPr>
            <p:spPr>
              <a:xfrm flipH="1">
                <a:off x="4084879"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11"/>
              <p:cNvSpPr/>
              <p:nvPr/>
            </p:nvSpPr>
            <p:spPr>
              <a:xfrm flipH="1">
                <a:off x="4084879"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1"/>
              <p:cNvSpPr/>
              <p:nvPr/>
            </p:nvSpPr>
            <p:spPr>
              <a:xfrm flipH="1">
                <a:off x="4084879"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8" name="Google Shape;198;p11"/>
            <p:cNvGrpSpPr/>
            <p:nvPr/>
          </p:nvGrpSpPr>
          <p:grpSpPr>
            <a:xfrm>
              <a:off x="2970816" y="4309200"/>
              <a:ext cx="231600" cy="834300"/>
              <a:chOff x="2970816" y="4309200"/>
              <a:chExt cx="231600" cy="834300"/>
            </a:xfrm>
          </p:grpSpPr>
          <p:sp>
            <p:nvSpPr>
              <p:cNvPr id="199" name="Google Shape;199;p11"/>
              <p:cNvSpPr/>
              <p:nvPr/>
            </p:nvSpPr>
            <p:spPr>
              <a:xfrm flipH="1">
                <a:off x="2970816"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11"/>
              <p:cNvSpPr/>
              <p:nvPr/>
            </p:nvSpPr>
            <p:spPr>
              <a:xfrm flipH="1">
                <a:off x="2970816"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1"/>
              <p:cNvSpPr/>
              <p:nvPr/>
            </p:nvSpPr>
            <p:spPr>
              <a:xfrm flipH="1">
                <a:off x="2970816"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11"/>
              <p:cNvSpPr/>
              <p:nvPr/>
            </p:nvSpPr>
            <p:spPr>
              <a:xfrm flipH="1">
                <a:off x="2970816"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3" name="Google Shape;203;p11"/>
            <p:cNvGrpSpPr/>
            <p:nvPr/>
          </p:nvGrpSpPr>
          <p:grpSpPr>
            <a:xfrm>
              <a:off x="4456234" y="4309200"/>
              <a:ext cx="231600" cy="834300"/>
              <a:chOff x="4456234" y="4309200"/>
              <a:chExt cx="231600" cy="834300"/>
            </a:xfrm>
          </p:grpSpPr>
          <p:sp>
            <p:nvSpPr>
              <p:cNvPr id="204" name="Google Shape;204;p11"/>
              <p:cNvSpPr/>
              <p:nvPr/>
            </p:nvSpPr>
            <p:spPr>
              <a:xfrm flipH="1">
                <a:off x="4456234"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11"/>
              <p:cNvSpPr/>
              <p:nvPr/>
            </p:nvSpPr>
            <p:spPr>
              <a:xfrm flipH="1">
                <a:off x="4456234"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11"/>
              <p:cNvSpPr/>
              <p:nvPr/>
            </p:nvSpPr>
            <p:spPr>
              <a:xfrm flipH="1">
                <a:off x="4456234"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1"/>
              <p:cNvSpPr/>
              <p:nvPr/>
            </p:nvSpPr>
            <p:spPr>
              <a:xfrm flipH="1">
                <a:off x="4456234"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8" name="Google Shape;208;p11"/>
            <p:cNvGrpSpPr/>
            <p:nvPr/>
          </p:nvGrpSpPr>
          <p:grpSpPr>
            <a:xfrm>
              <a:off x="4827588" y="4099200"/>
              <a:ext cx="231600" cy="1044300"/>
              <a:chOff x="4827588" y="4099200"/>
              <a:chExt cx="231600" cy="1044300"/>
            </a:xfrm>
          </p:grpSpPr>
          <p:sp>
            <p:nvSpPr>
              <p:cNvPr id="209" name="Google Shape;209;p11"/>
              <p:cNvSpPr/>
              <p:nvPr/>
            </p:nvSpPr>
            <p:spPr>
              <a:xfrm flipH="1">
                <a:off x="482758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11"/>
              <p:cNvSpPr/>
              <p:nvPr/>
            </p:nvSpPr>
            <p:spPr>
              <a:xfrm flipH="1">
                <a:off x="482758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11"/>
              <p:cNvSpPr/>
              <p:nvPr/>
            </p:nvSpPr>
            <p:spPr>
              <a:xfrm flipH="1">
                <a:off x="482758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11"/>
              <p:cNvSpPr/>
              <p:nvPr/>
            </p:nvSpPr>
            <p:spPr>
              <a:xfrm flipH="1">
                <a:off x="4827588"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11"/>
              <p:cNvSpPr/>
              <p:nvPr/>
            </p:nvSpPr>
            <p:spPr>
              <a:xfrm flipH="1">
                <a:off x="482758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4" name="Google Shape;214;p11"/>
            <p:cNvGrpSpPr/>
            <p:nvPr/>
          </p:nvGrpSpPr>
          <p:grpSpPr>
            <a:xfrm>
              <a:off x="5198943" y="4309200"/>
              <a:ext cx="231600" cy="834300"/>
              <a:chOff x="5198943" y="4309200"/>
              <a:chExt cx="231600" cy="834300"/>
            </a:xfrm>
          </p:grpSpPr>
          <p:sp>
            <p:nvSpPr>
              <p:cNvPr id="215" name="Google Shape;215;p11"/>
              <p:cNvSpPr/>
              <p:nvPr/>
            </p:nvSpPr>
            <p:spPr>
              <a:xfrm flipH="1">
                <a:off x="519894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11"/>
              <p:cNvSpPr/>
              <p:nvPr/>
            </p:nvSpPr>
            <p:spPr>
              <a:xfrm flipH="1">
                <a:off x="5198943"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11"/>
              <p:cNvSpPr/>
              <p:nvPr/>
            </p:nvSpPr>
            <p:spPr>
              <a:xfrm flipH="1">
                <a:off x="519894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11"/>
              <p:cNvSpPr/>
              <p:nvPr/>
            </p:nvSpPr>
            <p:spPr>
              <a:xfrm flipH="1">
                <a:off x="519894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9" name="Google Shape;219;p11"/>
            <p:cNvGrpSpPr/>
            <p:nvPr/>
          </p:nvGrpSpPr>
          <p:grpSpPr>
            <a:xfrm>
              <a:off x="5570297" y="4518900"/>
              <a:ext cx="231600" cy="624600"/>
              <a:chOff x="5570297" y="4518900"/>
              <a:chExt cx="231600" cy="624600"/>
            </a:xfrm>
          </p:grpSpPr>
          <p:sp>
            <p:nvSpPr>
              <p:cNvPr id="220" name="Google Shape;220;p11"/>
              <p:cNvSpPr/>
              <p:nvPr/>
            </p:nvSpPr>
            <p:spPr>
              <a:xfrm flipH="1">
                <a:off x="5570297"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11"/>
              <p:cNvSpPr/>
              <p:nvPr/>
            </p:nvSpPr>
            <p:spPr>
              <a:xfrm flipH="1">
                <a:off x="5570297"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11"/>
              <p:cNvSpPr/>
              <p:nvPr/>
            </p:nvSpPr>
            <p:spPr>
              <a:xfrm flipH="1">
                <a:off x="5570297"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3" name="Google Shape;223;p11"/>
            <p:cNvGrpSpPr/>
            <p:nvPr/>
          </p:nvGrpSpPr>
          <p:grpSpPr>
            <a:xfrm>
              <a:off x="5941652" y="4309200"/>
              <a:ext cx="231600" cy="834300"/>
              <a:chOff x="5941652" y="4309200"/>
              <a:chExt cx="231600" cy="834300"/>
            </a:xfrm>
          </p:grpSpPr>
          <p:sp>
            <p:nvSpPr>
              <p:cNvPr id="224" name="Google Shape;224;p11"/>
              <p:cNvSpPr/>
              <p:nvPr/>
            </p:nvSpPr>
            <p:spPr>
              <a:xfrm flipH="1">
                <a:off x="5941652"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11"/>
              <p:cNvSpPr/>
              <p:nvPr/>
            </p:nvSpPr>
            <p:spPr>
              <a:xfrm flipH="1">
                <a:off x="5941652"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11"/>
              <p:cNvSpPr/>
              <p:nvPr/>
            </p:nvSpPr>
            <p:spPr>
              <a:xfrm flipH="1">
                <a:off x="5941652"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11"/>
              <p:cNvSpPr/>
              <p:nvPr/>
            </p:nvSpPr>
            <p:spPr>
              <a:xfrm flipH="1">
                <a:off x="5941652"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8" name="Google Shape;228;p11"/>
            <p:cNvGrpSpPr/>
            <p:nvPr/>
          </p:nvGrpSpPr>
          <p:grpSpPr>
            <a:xfrm>
              <a:off x="6313006" y="4099200"/>
              <a:ext cx="231600" cy="1044300"/>
              <a:chOff x="6313006" y="4099200"/>
              <a:chExt cx="231600" cy="1044300"/>
            </a:xfrm>
          </p:grpSpPr>
          <p:sp>
            <p:nvSpPr>
              <p:cNvPr id="229" name="Google Shape;229;p11"/>
              <p:cNvSpPr/>
              <p:nvPr/>
            </p:nvSpPr>
            <p:spPr>
              <a:xfrm flipH="1">
                <a:off x="6313006"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11"/>
              <p:cNvSpPr/>
              <p:nvPr/>
            </p:nvSpPr>
            <p:spPr>
              <a:xfrm flipH="1">
                <a:off x="6313006"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11"/>
              <p:cNvSpPr/>
              <p:nvPr/>
            </p:nvSpPr>
            <p:spPr>
              <a:xfrm flipH="1">
                <a:off x="6313006"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1"/>
              <p:cNvSpPr/>
              <p:nvPr/>
            </p:nvSpPr>
            <p:spPr>
              <a:xfrm flipH="1">
                <a:off x="6313006"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11"/>
              <p:cNvSpPr/>
              <p:nvPr/>
            </p:nvSpPr>
            <p:spPr>
              <a:xfrm flipH="1">
                <a:off x="6313006"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4" name="Google Shape;234;p11"/>
            <p:cNvGrpSpPr/>
            <p:nvPr/>
          </p:nvGrpSpPr>
          <p:grpSpPr>
            <a:xfrm>
              <a:off x="6684361" y="4309200"/>
              <a:ext cx="231600" cy="834300"/>
              <a:chOff x="6684361" y="4309200"/>
              <a:chExt cx="231600" cy="834300"/>
            </a:xfrm>
          </p:grpSpPr>
          <p:sp>
            <p:nvSpPr>
              <p:cNvPr id="235" name="Google Shape;235;p11"/>
              <p:cNvSpPr/>
              <p:nvPr/>
            </p:nvSpPr>
            <p:spPr>
              <a:xfrm flipH="1">
                <a:off x="6684361"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11"/>
              <p:cNvSpPr/>
              <p:nvPr/>
            </p:nvSpPr>
            <p:spPr>
              <a:xfrm flipH="1">
                <a:off x="6684361"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1"/>
              <p:cNvSpPr/>
              <p:nvPr/>
            </p:nvSpPr>
            <p:spPr>
              <a:xfrm flipH="1">
                <a:off x="6684361"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11"/>
              <p:cNvSpPr/>
              <p:nvPr/>
            </p:nvSpPr>
            <p:spPr>
              <a:xfrm flipH="1">
                <a:off x="6684361"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9" name="Google Shape;239;p11"/>
            <p:cNvGrpSpPr/>
            <p:nvPr/>
          </p:nvGrpSpPr>
          <p:grpSpPr>
            <a:xfrm>
              <a:off x="7055715" y="4518900"/>
              <a:ext cx="231600" cy="624600"/>
              <a:chOff x="7055715" y="4518900"/>
              <a:chExt cx="231600" cy="624600"/>
            </a:xfrm>
          </p:grpSpPr>
          <p:sp>
            <p:nvSpPr>
              <p:cNvPr id="240" name="Google Shape;240;p11"/>
              <p:cNvSpPr/>
              <p:nvPr/>
            </p:nvSpPr>
            <p:spPr>
              <a:xfrm flipH="1">
                <a:off x="7055715"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11"/>
              <p:cNvSpPr/>
              <p:nvPr/>
            </p:nvSpPr>
            <p:spPr>
              <a:xfrm flipH="1">
                <a:off x="7055715"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11"/>
              <p:cNvSpPr/>
              <p:nvPr/>
            </p:nvSpPr>
            <p:spPr>
              <a:xfrm flipH="1">
                <a:off x="7055715"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3" name="Google Shape;243;p11"/>
            <p:cNvGrpSpPr/>
            <p:nvPr/>
          </p:nvGrpSpPr>
          <p:grpSpPr>
            <a:xfrm>
              <a:off x="7798424" y="4099200"/>
              <a:ext cx="231600" cy="1044300"/>
              <a:chOff x="7798424" y="4099200"/>
              <a:chExt cx="231600" cy="1044300"/>
            </a:xfrm>
          </p:grpSpPr>
          <p:sp>
            <p:nvSpPr>
              <p:cNvPr id="244" name="Google Shape;244;p11"/>
              <p:cNvSpPr/>
              <p:nvPr/>
            </p:nvSpPr>
            <p:spPr>
              <a:xfrm flipH="1">
                <a:off x="7798424"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11"/>
              <p:cNvSpPr/>
              <p:nvPr/>
            </p:nvSpPr>
            <p:spPr>
              <a:xfrm flipH="1">
                <a:off x="7798424"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11"/>
              <p:cNvSpPr/>
              <p:nvPr/>
            </p:nvSpPr>
            <p:spPr>
              <a:xfrm flipH="1">
                <a:off x="7798424"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1"/>
              <p:cNvSpPr/>
              <p:nvPr/>
            </p:nvSpPr>
            <p:spPr>
              <a:xfrm flipH="1">
                <a:off x="7798424"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1"/>
              <p:cNvSpPr/>
              <p:nvPr/>
            </p:nvSpPr>
            <p:spPr>
              <a:xfrm flipH="1">
                <a:off x="7798424"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9" name="Google Shape;249;p11"/>
            <p:cNvGrpSpPr/>
            <p:nvPr/>
          </p:nvGrpSpPr>
          <p:grpSpPr>
            <a:xfrm>
              <a:off x="8169779" y="4309200"/>
              <a:ext cx="231600" cy="834300"/>
              <a:chOff x="8169779" y="4309200"/>
              <a:chExt cx="231600" cy="834300"/>
            </a:xfrm>
          </p:grpSpPr>
          <p:sp>
            <p:nvSpPr>
              <p:cNvPr id="250" name="Google Shape;250;p11"/>
              <p:cNvSpPr/>
              <p:nvPr/>
            </p:nvSpPr>
            <p:spPr>
              <a:xfrm flipH="1">
                <a:off x="8169779"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1"/>
              <p:cNvSpPr/>
              <p:nvPr/>
            </p:nvSpPr>
            <p:spPr>
              <a:xfrm flipH="1">
                <a:off x="8169779"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1"/>
              <p:cNvSpPr/>
              <p:nvPr/>
            </p:nvSpPr>
            <p:spPr>
              <a:xfrm flipH="1">
                <a:off x="8169779"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1"/>
              <p:cNvSpPr/>
              <p:nvPr/>
            </p:nvSpPr>
            <p:spPr>
              <a:xfrm flipH="1">
                <a:off x="8169779"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4" name="Google Shape;254;p11"/>
            <p:cNvGrpSpPr/>
            <p:nvPr/>
          </p:nvGrpSpPr>
          <p:grpSpPr>
            <a:xfrm>
              <a:off x="7427070" y="4309200"/>
              <a:ext cx="231600" cy="834300"/>
              <a:chOff x="7427070" y="4309200"/>
              <a:chExt cx="231600" cy="834300"/>
            </a:xfrm>
          </p:grpSpPr>
          <p:sp>
            <p:nvSpPr>
              <p:cNvPr id="255" name="Google Shape;255;p11"/>
              <p:cNvSpPr/>
              <p:nvPr/>
            </p:nvSpPr>
            <p:spPr>
              <a:xfrm flipH="1">
                <a:off x="7427070"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11"/>
              <p:cNvSpPr/>
              <p:nvPr/>
            </p:nvSpPr>
            <p:spPr>
              <a:xfrm flipH="1">
                <a:off x="7427070"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11"/>
              <p:cNvSpPr/>
              <p:nvPr/>
            </p:nvSpPr>
            <p:spPr>
              <a:xfrm flipH="1">
                <a:off x="7427070"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11"/>
              <p:cNvSpPr/>
              <p:nvPr/>
            </p:nvSpPr>
            <p:spPr>
              <a:xfrm flipH="1">
                <a:off x="7427070"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9" name="Google Shape;259;p11"/>
            <p:cNvGrpSpPr/>
            <p:nvPr/>
          </p:nvGrpSpPr>
          <p:grpSpPr>
            <a:xfrm>
              <a:off x="8541133" y="4518900"/>
              <a:ext cx="231600" cy="624600"/>
              <a:chOff x="8541133" y="4518900"/>
              <a:chExt cx="231600" cy="624600"/>
            </a:xfrm>
          </p:grpSpPr>
          <p:sp>
            <p:nvSpPr>
              <p:cNvPr id="260" name="Google Shape;260;p11"/>
              <p:cNvSpPr/>
              <p:nvPr/>
            </p:nvSpPr>
            <p:spPr>
              <a:xfrm flipH="1">
                <a:off x="854113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1"/>
              <p:cNvSpPr/>
              <p:nvPr/>
            </p:nvSpPr>
            <p:spPr>
              <a:xfrm flipH="1">
                <a:off x="854113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1"/>
              <p:cNvSpPr/>
              <p:nvPr/>
            </p:nvSpPr>
            <p:spPr>
              <a:xfrm flipH="1">
                <a:off x="854113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3" name="Google Shape;263;p11"/>
            <p:cNvGrpSpPr/>
            <p:nvPr/>
          </p:nvGrpSpPr>
          <p:grpSpPr>
            <a:xfrm>
              <a:off x="8912488" y="4309200"/>
              <a:ext cx="231600" cy="834300"/>
              <a:chOff x="8912488" y="4309200"/>
              <a:chExt cx="231600" cy="834300"/>
            </a:xfrm>
          </p:grpSpPr>
          <p:sp>
            <p:nvSpPr>
              <p:cNvPr id="264" name="Google Shape;264;p11"/>
              <p:cNvSpPr/>
              <p:nvPr/>
            </p:nvSpPr>
            <p:spPr>
              <a:xfrm flipH="1">
                <a:off x="891248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11"/>
              <p:cNvSpPr/>
              <p:nvPr/>
            </p:nvSpPr>
            <p:spPr>
              <a:xfrm flipH="1">
                <a:off x="891248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11"/>
              <p:cNvSpPr/>
              <p:nvPr/>
            </p:nvSpPr>
            <p:spPr>
              <a:xfrm flipH="1">
                <a:off x="891248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11"/>
              <p:cNvSpPr/>
              <p:nvPr/>
            </p:nvSpPr>
            <p:spPr>
              <a:xfrm flipH="1">
                <a:off x="891248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68" name="Google Shape;268;p11"/>
          <p:cNvSpPr txBox="1"/>
          <p:nvPr>
            <p:ph hasCustomPrompt="1" type="title"/>
          </p:nvPr>
        </p:nvSpPr>
        <p:spPr>
          <a:xfrm>
            <a:off x="1388625" y="772725"/>
            <a:ext cx="6366900" cy="18633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8000"/>
              <a:buNone/>
              <a:defRPr sz="8000"/>
            </a:lvl1pPr>
            <a:lvl2pPr lvl="1" algn="ctr">
              <a:spcBef>
                <a:spcPts val="0"/>
              </a:spcBef>
              <a:spcAft>
                <a:spcPts val="0"/>
              </a:spcAft>
              <a:buSzPts val="8000"/>
              <a:buNone/>
              <a:defRPr sz="8000"/>
            </a:lvl2pPr>
            <a:lvl3pPr lvl="2" algn="ctr">
              <a:spcBef>
                <a:spcPts val="0"/>
              </a:spcBef>
              <a:spcAft>
                <a:spcPts val="0"/>
              </a:spcAft>
              <a:buSzPts val="8000"/>
              <a:buNone/>
              <a:defRPr sz="8000"/>
            </a:lvl3pPr>
            <a:lvl4pPr lvl="3" algn="ctr">
              <a:spcBef>
                <a:spcPts val="0"/>
              </a:spcBef>
              <a:spcAft>
                <a:spcPts val="0"/>
              </a:spcAft>
              <a:buSzPts val="8000"/>
              <a:buNone/>
              <a:defRPr sz="8000"/>
            </a:lvl4pPr>
            <a:lvl5pPr lvl="4" algn="ctr">
              <a:spcBef>
                <a:spcPts val="0"/>
              </a:spcBef>
              <a:spcAft>
                <a:spcPts val="0"/>
              </a:spcAft>
              <a:buSzPts val="8000"/>
              <a:buNone/>
              <a:defRPr sz="8000"/>
            </a:lvl5pPr>
            <a:lvl6pPr lvl="5" algn="ctr">
              <a:spcBef>
                <a:spcPts val="0"/>
              </a:spcBef>
              <a:spcAft>
                <a:spcPts val="0"/>
              </a:spcAft>
              <a:buSzPts val="8000"/>
              <a:buNone/>
              <a:defRPr sz="8000"/>
            </a:lvl6pPr>
            <a:lvl7pPr lvl="6" algn="ctr">
              <a:spcBef>
                <a:spcPts val="0"/>
              </a:spcBef>
              <a:spcAft>
                <a:spcPts val="0"/>
              </a:spcAft>
              <a:buSzPts val="8000"/>
              <a:buNone/>
              <a:defRPr sz="8000"/>
            </a:lvl7pPr>
            <a:lvl8pPr lvl="7" algn="ctr">
              <a:spcBef>
                <a:spcPts val="0"/>
              </a:spcBef>
              <a:spcAft>
                <a:spcPts val="0"/>
              </a:spcAft>
              <a:buSzPts val="8000"/>
              <a:buNone/>
              <a:defRPr sz="8000"/>
            </a:lvl8pPr>
            <a:lvl9pPr lvl="8" algn="ctr">
              <a:spcBef>
                <a:spcPts val="0"/>
              </a:spcBef>
              <a:spcAft>
                <a:spcPts val="0"/>
              </a:spcAft>
              <a:buSzPts val="8000"/>
              <a:buNone/>
              <a:defRPr sz="8000"/>
            </a:lvl9pPr>
          </a:lstStyle>
          <a:p>
            <a:r>
              <a:t>xx%</a:t>
            </a:r>
          </a:p>
        </p:txBody>
      </p:sp>
      <p:sp>
        <p:nvSpPr>
          <p:cNvPr id="269" name="Google Shape;269;p11"/>
          <p:cNvSpPr txBox="1"/>
          <p:nvPr>
            <p:ph idx="1" type="body"/>
          </p:nvPr>
        </p:nvSpPr>
        <p:spPr>
          <a:xfrm>
            <a:off x="1388625" y="2712300"/>
            <a:ext cx="6366900" cy="1111200"/>
          </a:xfrm>
          <a:prstGeom prst="rect">
            <a:avLst/>
          </a:prstGeom>
        </p:spPr>
        <p:txBody>
          <a:bodyPr anchorCtr="0" anchor="t" bIns="91425" lIns="91425" spcFirstLastPara="1" rIns="91425" wrap="square" tIns="91425">
            <a:normAutofit/>
          </a:bodyPr>
          <a:lstStyle>
            <a:lvl1pPr indent="-311150" lvl="0" marL="457200" algn="ctr">
              <a:spcBef>
                <a:spcPts val="0"/>
              </a:spcBef>
              <a:spcAft>
                <a:spcPts val="0"/>
              </a:spcAft>
              <a:buSzPts val="1300"/>
              <a:buChar char="●"/>
              <a:defRPr/>
            </a:lvl1pPr>
            <a:lvl2pPr indent="-298450" lvl="1" marL="914400" algn="ctr">
              <a:spcBef>
                <a:spcPts val="0"/>
              </a:spcBef>
              <a:spcAft>
                <a:spcPts val="0"/>
              </a:spcAft>
              <a:buSzPts val="1100"/>
              <a:buChar char="○"/>
              <a:defRPr/>
            </a:lvl2pPr>
            <a:lvl3pPr indent="-298450" lvl="2" marL="1371600" algn="ctr">
              <a:spcBef>
                <a:spcPts val="0"/>
              </a:spcBef>
              <a:spcAft>
                <a:spcPts val="0"/>
              </a:spcAft>
              <a:buSzPts val="1100"/>
              <a:buChar char="■"/>
              <a:defRPr/>
            </a:lvl3pPr>
            <a:lvl4pPr indent="-298450" lvl="3" marL="1828800" algn="ctr">
              <a:spcBef>
                <a:spcPts val="0"/>
              </a:spcBef>
              <a:spcAft>
                <a:spcPts val="0"/>
              </a:spcAft>
              <a:buSzPts val="1100"/>
              <a:buChar char="●"/>
              <a:defRPr/>
            </a:lvl4pPr>
            <a:lvl5pPr indent="-298450" lvl="4" marL="2286000" algn="ctr">
              <a:spcBef>
                <a:spcPts val="0"/>
              </a:spcBef>
              <a:spcAft>
                <a:spcPts val="0"/>
              </a:spcAft>
              <a:buSzPts val="1100"/>
              <a:buChar char="○"/>
              <a:defRPr/>
            </a:lvl5pPr>
            <a:lvl6pPr indent="-298450" lvl="5" marL="2743200" algn="ctr">
              <a:spcBef>
                <a:spcPts val="0"/>
              </a:spcBef>
              <a:spcAft>
                <a:spcPts val="0"/>
              </a:spcAft>
              <a:buSzPts val="1100"/>
              <a:buChar char="■"/>
              <a:defRPr/>
            </a:lvl6pPr>
            <a:lvl7pPr indent="-298450" lvl="6" marL="3200400" algn="ctr">
              <a:spcBef>
                <a:spcPts val="0"/>
              </a:spcBef>
              <a:spcAft>
                <a:spcPts val="0"/>
              </a:spcAft>
              <a:buSzPts val="1100"/>
              <a:buChar char="●"/>
              <a:defRPr/>
            </a:lvl7pPr>
            <a:lvl8pPr indent="-298450" lvl="7" marL="3657600" algn="ctr">
              <a:spcBef>
                <a:spcPts val="0"/>
              </a:spcBef>
              <a:spcAft>
                <a:spcPts val="0"/>
              </a:spcAft>
              <a:buSzPts val="1100"/>
              <a:buChar char="○"/>
              <a:defRPr/>
            </a:lvl8pPr>
            <a:lvl9pPr indent="-298450" lvl="8" marL="4114800" algn="ctr">
              <a:spcBef>
                <a:spcPts val="0"/>
              </a:spcBef>
              <a:spcAft>
                <a:spcPts val="0"/>
              </a:spcAft>
              <a:buSzPts val="1100"/>
              <a:buChar char="■"/>
              <a:defRPr/>
            </a:lvl9pPr>
          </a:lstStyle>
          <a:p/>
        </p:txBody>
      </p:sp>
      <p:sp>
        <p:nvSpPr>
          <p:cNvPr id="270" name="Google Shape;270;p11"/>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71" name="Shape 271"/>
        <p:cNvGrpSpPr/>
        <p:nvPr/>
      </p:nvGrpSpPr>
      <p:grpSpPr>
        <a:xfrm>
          <a:off x="0" y="0"/>
          <a:ext cx="0" cy="0"/>
          <a:chOff x="0" y="0"/>
          <a:chExt cx="0" cy="0"/>
        </a:xfrm>
      </p:grpSpPr>
      <p:sp>
        <p:nvSpPr>
          <p:cNvPr id="272" name="Google Shape;272;p1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omentum">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1pPr>
            <a:lvl2pPr lvl="1">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2pPr>
            <a:lvl3pPr lvl="2">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3pPr>
            <a:lvl4pPr lvl="3">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4pPr>
            <a:lvl5pPr lvl="4">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5pPr>
            <a:lvl6pPr lvl="5">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6pPr>
            <a:lvl7pPr lvl="6">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7pPr>
            <a:lvl8pPr lvl="7">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8pPr>
            <a:lvl9pPr lvl="8">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Nunito"/>
              <a:buChar char="●"/>
              <a:defRPr sz="1300">
                <a:solidFill>
                  <a:schemeClr val="dk2"/>
                </a:solidFill>
                <a:latin typeface="Nunito"/>
                <a:ea typeface="Nunito"/>
                <a:cs typeface="Nunito"/>
                <a:sym typeface="Nunito"/>
              </a:defRPr>
            </a:lvl1pPr>
            <a:lvl2pPr indent="-298450" lvl="1" marL="9144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2pPr>
            <a:lvl3pPr indent="-298450" lvl="2" marL="13716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3pPr>
            <a:lvl4pPr indent="-298450" lvl="3" marL="18288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4pPr>
            <a:lvl5pPr indent="-298450" lvl="4" marL="22860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5pPr>
            <a:lvl6pPr indent="-298450" lvl="5" marL="27432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6pPr>
            <a:lvl7pPr indent="-298450" lvl="6" marL="32004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7pPr>
            <a:lvl8pPr indent="-298450" lvl="7" marL="36576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8pPr>
            <a:lvl9pPr indent="-298450" lvl="8" marL="41148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9pPr>
          </a:lstStyle>
          <a:p/>
        </p:txBody>
      </p:sp>
      <p:sp>
        <p:nvSpPr>
          <p:cNvPr id="8" name="Google Shape;8;p1"/>
          <p:cNvSpPr txBox="1"/>
          <p:nvPr>
            <p:ph idx="12" type="sldNum"/>
          </p:nvPr>
        </p:nvSpPr>
        <p:spPr>
          <a:xfrm>
            <a:off x="8451046" y="4736976"/>
            <a:ext cx="548700" cy="393600"/>
          </a:xfrm>
          <a:prstGeom prst="rect">
            <a:avLst/>
          </a:prstGeom>
          <a:noFill/>
          <a:ln>
            <a:noFill/>
          </a:ln>
        </p:spPr>
        <p:txBody>
          <a:bodyPr anchorCtr="0" anchor="ctr" bIns="91425" lIns="91425" spcFirstLastPara="1" rIns="91425" wrap="square" tIns="91425">
            <a:normAutofit/>
          </a:bodyPr>
          <a:lstStyle>
            <a:lvl1pPr lvl="0" algn="r">
              <a:buNone/>
              <a:defRPr sz="900">
                <a:solidFill>
                  <a:schemeClr val="dk2"/>
                </a:solidFill>
                <a:latin typeface="Nunito"/>
                <a:ea typeface="Nunito"/>
                <a:cs typeface="Nunito"/>
                <a:sym typeface="Nunito"/>
              </a:defRPr>
            </a:lvl1pPr>
            <a:lvl2pPr lvl="1" algn="r">
              <a:buNone/>
              <a:defRPr sz="900">
                <a:solidFill>
                  <a:schemeClr val="dk2"/>
                </a:solidFill>
                <a:latin typeface="Nunito"/>
                <a:ea typeface="Nunito"/>
                <a:cs typeface="Nunito"/>
                <a:sym typeface="Nunito"/>
              </a:defRPr>
            </a:lvl2pPr>
            <a:lvl3pPr lvl="2" algn="r">
              <a:buNone/>
              <a:defRPr sz="900">
                <a:solidFill>
                  <a:schemeClr val="dk2"/>
                </a:solidFill>
                <a:latin typeface="Nunito"/>
                <a:ea typeface="Nunito"/>
                <a:cs typeface="Nunito"/>
                <a:sym typeface="Nunito"/>
              </a:defRPr>
            </a:lvl3pPr>
            <a:lvl4pPr lvl="3" algn="r">
              <a:buNone/>
              <a:defRPr sz="900">
                <a:solidFill>
                  <a:schemeClr val="dk2"/>
                </a:solidFill>
                <a:latin typeface="Nunito"/>
                <a:ea typeface="Nunito"/>
                <a:cs typeface="Nunito"/>
                <a:sym typeface="Nunito"/>
              </a:defRPr>
            </a:lvl4pPr>
            <a:lvl5pPr lvl="4" algn="r">
              <a:buNone/>
              <a:defRPr sz="900">
                <a:solidFill>
                  <a:schemeClr val="dk2"/>
                </a:solidFill>
                <a:latin typeface="Nunito"/>
                <a:ea typeface="Nunito"/>
                <a:cs typeface="Nunito"/>
                <a:sym typeface="Nunito"/>
              </a:defRPr>
            </a:lvl5pPr>
            <a:lvl6pPr lvl="5" algn="r">
              <a:buNone/>
              <a:defRPr sz="900">
                <a:solidFill>
                  <a:schemeClr val="dk2"/>
                </a:solidFill>
                <a:latin typeface="Nunito"/>
                <a:ea typeface="Nunito"/>
                <a:cs typeface="Nunito"/>
                <a:sym typeface="Nunito"/>
              </a:defRPr>
            </a:lvl6pPr>
            <a:lvl7pPr lvl="6" algn="r">
              <a:buNone/>
              <a:defRPr sz="900">
                <a:solidFill>
                  <a:schemeClr val="dk2"/>
                </a:solidFill>
                <a:latin typeface="Nunito"/>
                <a:ea typeface="Nunito"/>
                <a:cs typeface="Nunito"/>
                <a:sym typeface="Nunito"/>
              </a:defRPr>
            </a:lvl7pPr>
            <a:lvl8pPr lvl="7" algn="r">
              <a:buNone/>
              <a:defRPr sz="900">
                <a:solidFill>
                  <a:schemeClr val="dk2"/>
                </a:solidFill>
                <a:latin typeface="Nunito"/>
                <a:ea typeface="Nunito"/>
                <a:cs typeface="Nunito"/>
                <a:sym typeface="Nunito"/>
              </a:defRPr>
            </a:lvl8pPr>
            <a:lvl9pPr lvl="8" algn="r">
              <a:buNone/>
              <a:defRPr sz="900">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s-419"/>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0.png"/><Relationship Id="rId4" Type="http://schemas.openxmlformats.org/officeDocument/2006/relationships/image" Target="../media/image17.png"/><Relationship Id="rId5" Type="http://schemas.openxmlformats.org/officeDocument/2006/relationships/image" Target="../media/image50.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 Id="rId3" Type="http://schemas.openxmlformats.org/officeDocument/2006/relationships/image" Target="../media/image3.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 Id="rId3" Type="http://schemas.openxmlformats.org/officeDocument/2006/relationships/image" Target="../media/image3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 Id="rId3" Type="http://schemas.openxmlformats.org/officeDocument/2006/relationships/image" Target="../media/image3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 Id="rId3" Type="http://schemas.openxmlformats.org/officeDocument/2006/relationships/image" Target="../media/image3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 Id="rId3" Type="http://schemas.openxmlformats.org/officeDocument/2006/relationships/image" Target="../media/image2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 Id="rId3" Type="http://schemas.openxmlformats.org/officeDocument/2006/relationships/image" Target="../media/image1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 Id="rId3" Type="http://schemas.openxmlformats.org/officeDocument/2006/relationships/image" Target="../media/image2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 Id="rId3" Type="http://schemas.openxmlformats.org/officeDocument/2006/relationships/image" Target="../media/image8.png"/><Relationship Id="rId4" Type="http://schemas.openxmlformats.org/officeDocument/2006/relationships/image" Target="../media/image2.png"/><Relationship Id="rId5" Type="http://schemas.openxmlformats.org/officeDocument/2006/relationships/hyperlink" Target="http://www.youtube.com/watch?v=KnuPcQPPHTA" TargetMode="External"/><Relationship Id="rId6" Type="http://schemas.openxmlformats.org/officeDocument/2006/relationships/image" Target="../media/image1.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 Id="rId3" Type="http://schemas.openxmlformats.org/officeDocument/2006/relationships/image" Target="../media/image21.png"/><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4.xml"/><Relationship Id="rId3" Type="http://schemas.openxmlformats.org/officeDocument/2006/relationships/image" Target="../media/image5.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6.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0.xml"/><Relationship Id="rId3" Type="http://schemas.openxmlformats.org/officeDocument/2006/relationships/image" Target="../media/image11.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1.xml"/><Relationship Id="rId3" Type="http://schemas.openxmlformats.org/officeDocument/2006/relationships/image" Target="../media/image19.png"/><Relationship Id="rId4" Type="http://schemas.openxmlformats.org/officeDocument/2006/relationships/image" Target="../media/image3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18.png"/><Relationship Id="rId4" Type="http://schemas.openxmlformats.org/officeDocument/2006/relationships/image" Target="../media/image1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3.xml"/><Relationship Id="rId3" Type="http://schemas.openxmlformats.org/officeDocument/2006/relationships/image" Target="../media/image12.png"/><Relationship Id="rId4" Type="http://schemas.openxmlformats.org/officeDocument/2006/relationships/image" Target="../media/image2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4.xml"/><Relationship Id="rId3" Type="http://schemas.openxmlformats.org/officeDocument/2006/relationships/image" Target="../media/image12.png"/><Relationship Id="rId4" Type="http://schemas.openxmlformats.org/officeDocument/2006/relationships/image" Target="../media/image25.png"/><Relationship Id="rId5" Type="http://schemas.openxmlformats.org/officeDocument/2006/relationships/image" Target="../media/image1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5.xml"/><Relationship Id="rId3" Type="http://schemas.openxmlformats.org/officeDocument/2006/relationships/image" Target="../media/image12.png"/><Relationship Id="rId4" Type="http://schemas.openxmlformats.org/officeDocument/2006/relationships/image" Target="../media/image16.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23.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35.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2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26.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28.png"/><Relationship Id="rId4" Type="http://schemas.openxmlformats.org/officeDocument/2006/relationships/image" Target="../media/image36.png"/><Relationship Id="rId5" Type="http://schemas.openxmlformats.org/officeDocument/2006/relationships/image" Target="../media/image3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image" Target="../media/image29.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2.xml"/><Relationship Id="rId3" Type="http://schemas.openxmlformats.org/officeDocument/2006/relationships/image" Target="../media/image34.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image" Target="../media/image4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32.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6.xml"/><Relationship Id="rId3" Type="http://schemas.openxmlformats.org/officeDocument/2006/relationships/image" Target="../media/image44.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7.xml"/><Relationship Id="rId3" Type="http://schemas.openxmlformats.org/officeDocument/2006/relationships/image" Target="../media/image45.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8.xml"/><Relationship Id="rId3" Type="http://schemas.openxmlformats.org/officeDocument/2006/relationships/image" Target="../media/image39.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9.xml"/><Relationship Id="rId3" Type="http://schemas.openxmlformats.org/officeDocument/2006/relationships/image" Target="../media/image42.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0.xml"/><Relationship Id="rId3" Type="http://schemas.openxmlformats.org/officeDocument/2006/relationships/image" Target="../media/image47.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1.xml"/><Relationship Id="rId3" Type="http://schemas.openxmlformats.org/officeDocument/2006/relationships/image" Target="../media/image46.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2.xml"/><Relationship Id="rId3" Type="http://schemas.openxmlformats.org/officeDocument/2006/relationships/image" Target="../media/image62.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3.xml"/><Relationship Id="rId3" Type="http://schemas.openxmlformats.org/officeDocument/2006/relationships/image" Target="../media/image40.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4.xml"/><Relationship Id="rId3" Type="http://schemas.openxmlformats.org/officeDocument/2006/relationships/image" Target="../media/image43.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5.xml"/><Relationship Id="rId3" Type="http://schemas.openxmlformats.org/officeDocument/2006/relationships/image" Target="../media/image49.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 Id="rId3" Type="http://schemas.openxmlformats.org/officeDocument/2006/relationships/image" Target="../media/image48.png"/><Relationship Id="rId4" Type="http://schemas.openxmlformats.org/officeDocument/2006/relationships/image" Target="../media/image56.png"/><Relationship Id="rId11" Type="http://schemas.openxmlformats.org/officeDocument/2006/relationships/image" Target="../media/image53.png"/><Relationship Id="rId10" Type="http://schemas.openxmlformats.org/officeDocument/2006/relationships/image" Target="../media/image52.png"/><Relationship Id="rId12" Type="http://schemas.openxmlformats.org/officeDocument/2006/relationships/image" Target="../media/image57.png"/><Relationship Id="rId9" Type="http://schemas.openxmlformats.org/officeDocument/2006/relationships/image" Target="../media/image51.png"/><Relationship Id="rId5" Type="http://schemas.openxmlformats.org/officeDocument/2006/relationships/image" Target="../media/image55.png"/><Relationship Id="rId6" Type="http://schemas.openxmlformats.org/officeDocument/2006/relationships/image" Target="../media/image58.png"/><Relationship Id="rId7" Type="http://schemas.openxmlformats.org/officeDocument/2006/relationships/image" Target="../media/image60.png"/><Relationship Id="rId8" Type="http://schemas.openxmlformats.org/officeDocument/2006/relationships/image" Target="../media/image61.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7.xml"/><Relationship Id="rId3" Type="http://schemas.openxmlformats.org/officeDocument/2006/relationships/image" Target="../media/image3.jp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58.xml"/><Relationship Id="rId3" Type="http://schemas.openxmlformats.org/officeDocument/2006/relationships/image" Target="../media/image59.png"/><Relationship Id="rId4" Type="http://schemas.openxmlformats.org/officeDocument/2006/relationships/image" Target="../media/image5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13"/>
          <p:cNvSpPr txBox="1"/>
          <p:nvPr>
            <p:ph type="ctrTitle"/>
          </p:nvPr>
        </p:nvSpPr>
        <p:spPr>
          <a:xfrm>
            <a:off x="824000" y="1613813"/>
            <a:ext cx="4255500" cy="18729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s-419"/>
              <a:t>Ciencia de Datos para Sensores Inteligentes</a:t>
            </a:r>
            <a:endParaRPr/>
          </a:p>
          <a:p>
            <a:pPr indent="0" lvl="0" marL="0" rtl="0" algn="l">
              <a:lnSpc>
                <a:spcPct val="115000"/>
              </a:lnSpc>
              <a:spcBef>
                <a:spcPts val="0"/>
              </a:spcBef>
              <a:spcAft>
                <a:spcPts val="0"/>
              </a:spcAft>
              <a:buNone/>
            </a:pPr>
            <a:r>
              <a:rPr b="0" lang="es-419" sz="1644">
                <a:solidFill>
                  <a:schemeClr val="dk1"/>
                </a:solidFill>
                <a:latin typeface="Arial"/>
                <a:ea typeface="Arial"/>
                <a:cs typeface="Arial"/>
                <a:sym typeface="Arial"/>
              </a:rPr>
              <a:t>Tópicos Selectos en Sistemas Interactivos</a:t>
            </a:r>
            <a:endParaRPr sz="4044"/>
          </a:p>
        </p:txBody>
      </p:sp>
      <p:sp>
        <p:nvSpPr>
          <p:cNvPr id="278" name="Google Shape;278;p13"/>
          <p:cNvSpPr txBox="1"/>
          <p:nvPr>
            <p:ph idx="1" type="subTitle"/>
          </p:nvPr>
        </p:nvSpPr>
        <p:spPr>
          <a:xfrm>
            <a:off x="824000" y="3596300"/>
            <a:ext cx="4255500" cy="695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solidFill>
                  <a:srgbClr val="EFEFEF"/>
                </a:solidFill>
              </a:rPr>
              <a:t>Dr. Irvin Hussein López Nava</a:t>
            </a:r>
            <a:endParaRPr>
              <a:solidFill>
                <a:srgbClr val="EFEFEF"/>
              </a:solidFill>
            </a:endParaRPr>
          </a:p>
          <a:p>
            <a:pPr indent="0" lvl="0" marL="0" rtl="0" algn="l">
              <a:spcBef>
                <a:spcPts val="0"/>
              </a:spcBef>
              <a:spcAft>
                <a:spcPts val="0"/>
              </a:spcAft>
              <a:buNone/>
            </a:pPr>
            <a:r>
              <a:rPr lang="es-419">
                <a:solidFill>
                  <a:srgbClr val="D9D9D9"/>
                </a:solidFill>
              </a:rPr>
              <a:t>CICESE 2025 - I</a:t>
            </a:r>
            <a:endParaRPr>
              <a:solidFill>
                <a:srgbClr val="D9D9D9"/>
              </a:solidFill>
            </a:endParaRPr>
          </a:p>
        </p:txBody>
      </p:sp>
      <p:pic>
        <p:nvPicPr>
          <p:cNvPr id="279" name="Google Shape;279;p13"/>
          <p:cNvPicPr preferRelativeResize="0"/>
          <p:nvPr/>
        </p:nvPicPr>
        <p:blipFill>
          <a:blip r:embed="rId3">
            <a:alphaModFix amt="50000"/>
          </a:blip>
          <a:stretch>
            <a:fillRect/>
          </a:stretch>
        </p:blipFill>
        <p:spPr>
          <a:xfrm>
            <a:off x="6282225" y="1416333"/>
            <a:ext cx="908050" cy="448350"/>
          </a:xfrm>
          <a:prstGeom prst="rect">
            <a:avLst/>
          </a:prstGeom>
          <a:noFill/>
          <a:ln>
            <a:noFill/>
          </a:ln>
        </p:spPr>
      </p:pic>
      <p:pic>
        <p:nvPicPr>
          <p:cNvPr id="280" name="Google Shape;280;p13"/>
          <p:cNvPicPr preferRelativeResize="0"/>
          <p:nvPr/>
        </p:nvPicPr>
        <p:blipFill>
          <a:blip r:embed="rId4">
            <a:alphaModFix amt="75000"/>
          </a:blip>
          <a:stretch>
            <a:fillRect/>
          </a:stretch>
        </p:blipFill>
        <p:spPr>
          <a:xfrm>
            <a:off x="6023125" y="659125"/>
            <a:ext cx="318050" cy="318050"/>
          </a:xfrm>
          <a:prstGeom prst="rect">
            <a:avLst/>
          </a:prstGeom>
          <a:noFill/>
          <a:ln>
            <a:noFill/>
          </a:ln>
        </p:spPr>
      </p:pic>
      <p:pic>
        <p:nvPicPr>
          <p:cNvPr id="281" name="Google Shape;281;p13"/>
          <p:cNvPicPr preferRelativeResize="0"/>
          <p:nvPr/>
        </p:nvPicPr>
        <p:blipFill rotWithShape="1">
          <a:blip r:embed="rId5">
            <a:alphaModFix amt="75000"/>
          </a:blip>
          <a:srcRect b="35620" l="28214" r="28782" t="0"/>
          <a:stretch/>
        </p:blipFill>
        <p:spPr>
          <a:xfrm>
            <a:off x="5568825" y="1580658"/>
            <a:ext cx="227338" cy="207817"/>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14"/>
          <p:cNvSpPr txBox="1"/>
          <p:nvPr>
            <p:ph type="title"/>
          </p:nvPr>
        </p:nvSpPr>
        <p:spPr>
          <a:xfrm>
            <a:off x="1303800" y="598575"/>
            <a:ext cx="3312000" cy="1590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sz="2400"/>
              <a:t>ACTIVIDAD</a:t>
            </a:r>
            <a:endParaRPr sz="2400"/>
          </a:p>
        </p:txBody>
      </p:sp>
      <p:sp>
        <p:nvSpPr>
          <p:cNvPr id="287" name="Google Shape;287;p14"/>
          <p:cNvSpPr txBox="1"/>
          <p:nvPr>
            <p:ph idx="1" type="body"/>
          </p:nvPr>
        </p:nvSpPr>
        <p:spPr>
          <a:xfrm>
            <a:off x="922800" y="1928675"/>
            <a:ext cx="3312000" cy="22218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s-419" sz="1600"/>
              <a:t>Buscar un dispositivo inteligente novedoso y preparar una pequeña presentación con su información más relevante.</a:t>
            </a:r>
            <a:endParaRPr sz="1600"/>
          </a:p>
        </p:txBody>
      </p:sp>
      <p:pic>
        <p:nvPicPr>
          <p:cNvPr id="288" name="Google Shape;288;p14"/>
          <p:cNvPicPr preferRelativeResize="0"/>
          <p:nvPr/>
        </p:nvPicPr>
        <p:blipFill rotWithShape="1">
          <a:blip r:embed="rId3">
            <a:alphaModFix/>
          </a:blip>
          <a:srcRect b="0" l="32845" r="0" t="0"/>
          <a:stretch/>
        </p:blipFill>
        <p:spPr>
          <a:xfrm>
            <a:off x="4612500" y="0"/>
            <a:ext cx="4531499" cy="5064469"/>
          </a:xfrm>
          <a:prstGeom prst="rect">
            <a:avLst/>
          </a:prstGeom>
          <a:noFill/>
          <a:ln>
            <a:noFill/>
          </a:ln>
        </p:spPr>
      </p:pic>
      <p:sp>
        <p:nvSpPr>
          <p:cNvPr id="289" name="Google Shape;289;p14"/>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15"/>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pic>
        <p:nvPicPr>
          <p:cNvPr id="295" name="Google Shape;295;p15"/>
          <p:cNvPicPr preferRelativeResize="0"/>
          <p:nvPr/>
        </p:nvPicPr>
        <p:blipFill>
          <a:blip r:embed="rId3">
            <a:alphaModFix/>
          </a:blip>
          <a:stretch>
            <a:fillRect/>
          </a:stretch>
        </p:blipFill>
        <p:spPr>
          <a:xfrm>
            <a:off x="0" y="95413"/>
            <a:ext cx="9144001" cy="4952672"/>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16"/>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pic>
        <p:nvPicPr>
          <p:cNvPr id="301" name="Google Shape;301;p16"/>
          <p:cNvPicPr preferRelativeResize="0"/>
          <p:nvPr/>
        </p:nvPicPr>
        <p:blipFill>
          <a:blip r:embed="rId3">
            <a:alphaModFix/>
          </a:blip>
          <a:stretch>
            <a:fillRect/>
          </a:stretch>
        </p:blipFill>
        <p:spPr>
          <a:xfrm>
            <a:off x="0" y="6225"/>
            <a:ext cx="9144001" cy="513105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17"/>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pic>
        <p:nvPicPr>
          <p:cNvPr id="307" name="Google Shape;307;p17"/>
          <p:cNvPicPr preferRelativeResize="0"/>
          <p:nvPr/>
        </p:nvPicPr>
        <p:blipFill rotWithShape="1">
          <a:blip r:embed="rId3">
            <a:alphaModFix/>
          </a:blip>
          <a:srcRect b="0" l="0" r="0" t="4561"/>
          <a:stretch/>
        </p:blipFill>
        <p:spPr>
          <a:xfrm>
            <a:off x="2528507" y="0"/>
            <a:ext cx="4086982" cy="514350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18"/>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pic>
        <p:nvPicPr>
          <p:cNvPr id="313" name="Google Shape;313;p18"/>
          <p:cNvPicPr preferRelativeResize="0"/>
          <p:nvPr/>
        </p:nvPicPr>
        <p:blipFill>
          <a:blip r:embed="rId3">
            <a:alphaModFix/>
          </a:blip>
          <a:stretch>
            <a:fillRect/>
          </a:stretch>
        </p:blipFill>
        <p:spPr>
          <a:xfrm>
            <a:off x="2309988" y="0"/>
            <a:ext cx="4524014" cy="51435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19"/>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pic>
        <p:nvPicPr>
          <p:cNvPr id="319" name="Google Shape;319;p19"/>
          <p:cNvPicPr preferRelativeResize="0"/>
          <p:nvPr/>
        </p:nvPicPr>
        <p:blipFill>
          <a:blip r:embed="rId3">
            <a:alphaModFix/>
          </a:blip>
          <a:stretch>
            <a:fillRect/>
          </a:stretch>
        </p:blipFill>
        <p:spPr>
          <a:xfrm>
            <a:off x="2400125" y="0"/>
            <a:ext cx="4343759" cy="5143499"/>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20"/>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pic>
        <p:nvPicPr>
          <p:cNvPr id="325" name="Google Shape;325;p20"/>
          <p:cNvPicPr preferRelativeResize="0"/>
          <p:nvPr/>
        </p:nvPicPr>
        <p:blipFill>
          <a:blip r:embed="rId3">
            <a:alphaModFix/>
          </a:blip>
          <a:stretch>
            <a:fillRect/>
          </a:stretch>
        </p:blipFill>
        <p:spPr>
          <a:xfrm>
            <a:off x="0" y="36088"/>
            <a:ext cx="9144000" cy="5071333"/>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21"/>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pic>
        <p:nvPicPr>
          <p:cNvPr id="331" name="Google Shape;331;p21"/>
          <p:cNvPicPr preferRelativeResize="0"/>
          <p:nvPr/>
        </p:nvPicPr>
        <p:blipFill>
          <a:blip r:embed="rId3">
            <a:alphaModFix/>
          </a:blip>
          <a:stretch>
            <a:fillRect/>
          </a:stretch>
        </p:blipFill>
        <p:spPr>
          <a:xfrm>
            <a:off x="0" y="0"/>
            <a:ext cx="5380925" cy="2821176"/>
          </a:xfrm>
          <a:prstGeom prst="rect">
            <a:avLst/>
          </a:prstGeom>
          <a:noFill/>
          <a:ln>
            <a:noFill/>
          </a:ln>
        </p:spPr>
      </p:pic>
      <p:pic>
        <p:nvPicPr>
          <p:cNvPr id="332" name="Google Shape;332;p21"/>
          <p:cNvPicPr preferRelativeResize="0"/>
          <p:nvPr/>
        </p:nvPicPr>
        <p:blipFill rotWithShape="1">
          <a:blip r:embed="rId4">
            <a:alphaModFix/>
          </a:blip>
          <a:srcRect b="0" l="6445" r="0" t="4479"/>
          <a:stretch/>
        </p:blipFill>
        <p:spPr>
          <a:xfrm>
            <a:off x="0" y="2821175"/>
            <a:ext cx="2711275" cy="1688225"/>
          </a:xfrm>
          <a:prstGeom prst="rect">
            <a:avLst/>
          </a:prstGeom>
          <a:noFill/>
          <a:ln>
            <a:noFill/>
          </a:ln>
        </p:spPr>
      </p:pic>
      <p:pic>
        <p:nvPicPr>
          <p:cNvPr descr="A drone can avoid a USB cable strung across its flight path with seeing it, courtesy of an electric sensor inspired by fish.&#10;Credit: Jingkun Zhou, Jian Li et al." id="333" name="Google Shape;333;p21" title="Electric Fields Enable Object Detection and Avoidance Without Machine Vision">
            <a:hlinkClick r:id="rId5"/>
          </p:cNvPr>
          <p:cNvPicPr preferRelativeResize="0"/>
          <p:nvPr/>
        </p:nvPicPr>
        <p:blipFill>
          <a:blip r:embed="rId6">
            <a:alphaModFix/>
          </a:blip>
          <a:stretch>
            <a:fillRect/>
          </a:stretch>
        </p:blipFill>
        <p:spPr>
          <a:xfrm>
            <a:off x="4492075" y="2526800"/>
            <a:ext cx="4651925" cy="26167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33"/>
                                        </p:tgtEl>
                                        <p:attrNameLst>
                                          <p:attrName>style.visibility</p:attrName>
                                        </p:attrNameLst>
                                      </p:cBhvr>
                                      <p:to>
                                        <p:strVal val="visible"/>
                                      </p:to>
                                    </p:set>
                                    <p:animEffect filter="fade" transition="in">
                                      <p:cBhvr>
                                        <p:cTn dur="1000"/>
                                        <p:tgtEl>
                                          <p:spTgt spid="33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2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pic>
        <p:nvPicPr>
          <p:cNvPr id="339" name="Google Shape;339;p22"/>
          <p:cNvPicPr preferRelativeResize="0"/>
          <p:nvPr/>
        </p:nvPicPr>
        <p:blipFill rotWithShape="1">
          <a:blip r:embed="rId3">
            <a:alphaModFix/>
          </a:blip>
          <a:srcRect b="0" l="0" r="832" t="0"/>
          <a:stretch/>
        </p:blipFill>
        <p:spPr>
          <a:xfrm>
            <a:off x="107650" y="-26975"/>
            <a:ext cx="4311474" cy="5197447"/>
          </a:xfrm>
          <a:prstGeom prst="rect">
            <a:avLst/>
          </a:prstGeom>
          <a:noFill/>
          <a:ln>
            <a:noFill/>
          </a:ln>
        </p:spPr>
      </p:pic>
      <p:pic>
        <p:nvPicPr>
          <p:cNvPr id="340" name="Google Shape;340;p22"/>
          <p:cNvPicPr preferRelativeResize="0"/>
          <p:nvPr/>
        </p:nvPicPr>
        <p:blipFill>
          <a:blip r:embed="rId4">
            <a:alphaModFix/>
          </a:blip>
          <a:stretch>
            <a:fillRect/>
          </a:stretch>
        </p:blipFill>
        <p:spPr>
          <a:xfrm>
            <a:off x="4619475" y="0"/>
            <a:ext cx="4311482" cy="5143499"/>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23"/>
          <p:cNvSpPr txBox="1"/>
          <p:nvPr>
            <p:ph type="title"/>
          </p:nvPr>
        </p:nvSpPr>
        <p:spPr>
          <a:xfrm>
            <a:off x="1388625" y="772725"/>
            <a:ext cx="6366900" cy="18633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s-419" sz="6000">
                <a:solidFill>
                  <a:schemeClr val="dk1"/>
                </a:solidFill>
              </a:rPr>
              <a:t>Unidad 1</a:t>
            </a:r>
            <a:endParaRPr sz="6000">
              <a:solidFill>
                <a:schemeClr val="dk1"/>
              </a:solidFill>
            </a:endParaRPr>
          </a:p>
        </p:txBody>
      </p:sp>
      <p:sp>
        <p:nvSpPr>
          <p:cNvPr id="346" name="Google Shape;346;p23"/>
          <p:cNvSpPr txBox="1"/>
          <p:nvPr>
            <p:ph idx="1" type="body"/>
          </p:nvPr>
        </p:nvSpPr>
        <p:spPr>
          <a:xfrm>
            <a:off x="1388625" y="2712300"/>
            <a:ext cx="6366900" cy="1111200"/>
          </a:xfrm>
          <a:prstGeom prst="rect">
            <a:avLst/>
          </a:prstGeom>
        </p:spPr>
        <p:txBody>
          <a:bodyPr anchorCtr="0" anchor="t" bIns="91425" lIns="91425" spcFirstLastPara="1" rIns="91425" wrap="square" tIns="91425">
            <a:normAutofit/>
          </a:bodyPr>
          <a:lstStyle/>
          <a:p>
            <a:pPr indent="0" lvl="0" marL="0" rtl="0" algn="ctr">
              <a:spcBef>
                <a:spcPts val="0"/>
              </a:spcBef>
              <a:spcAft>
                <a:spcPts val="1200"/>
              </a:spcAft>
              <a:buNone/>
            </a:pPr>
            <a:r>
              <a:rPr lang="es-419" sz="3200"/>
              <a:t>Introducción al sensado de datos</a:t>
            </a:r>
            <a:endParaRPr sz="3200"/>
          </a:p>
        </p:txBody>
      </p:sp>
      <p:sp>
        <p:nvSpPr>
          <p:cNvPr id="347" name="Google Shape;347;p23"/>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24"/>
          <p:cNvSpPr txBox="1"/>
          <p:nvPr>
            <p:ph type="title"/>
          </p:nvPr>
        </p:nvSpPr>
        <p:spPr>
          <a:xfrm>
            <a:off x="824000" y="1613825"/>
            <a:ext cx="5857800" cy="18729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419"/>
              <a:t>1.4 Niveles de datos</a:t>
            </a:r>
            <a:endParaRPr/>
          </a:p>
        </p:txBody>
      </p:sp>
      <p:sp>
        <p:nvSpPr>
          <p:cNvPr id="353" name="Google Shape;353;p24"/>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25"/>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Pirámide del conocimiento</a:t>
            </a:r>
            <a:endParaRPr/>
          </a:p>
        </p:txBody>
      </p:sp>
      <p:sp>
        <p:nvSpPr>
          <p:cNvPr id="359" name="Google Shape;359;p25"/>
          <p:cNvSpPr txBox="1"/>
          <p:nvPr>
            <p:ph idx="1" type="body"/>
          </p:nvPr>
        </p:nvSpPr>
        <p:spPr>
          <a:xfrm>
            <a:off x="1303800" y="1990050"/>
            <a:ext cx="7030500" cy="25416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s-419"/>
              <a:t>La jerarquía o pirámide del conocimiento, también conocida como "Jerarquía DIKW", es definida como un conjunto de modelos​ para representar las relaciones estructurales entre Datos, Información, Conocimiento, y en algunos casos Sabiduría.</a:t>
            </a:r>
            <a:endParaRPr/>
          </a:p>
          <a:p>
            <a:pPr indent="0" lvl="0" marL="0" rtl="0" algn="l">
              <a:spcBef>
                <a:spcPts val="1200"/>
              </a:spcBef>
              <a:spcAft>
                <a:spcPts val="0"/>
              </a:spcAft>
              <a:buNone/>
            </a:pPr>
            <a:r>
              <a:rPr lang="es-419"/>
              <a:t>Por lo general, </a:t>
            </a:r>
            <a:endParaRPr/>
          </a:p>
          <a:p>
            <a:pPr indent="-317500" lvl="0" marL="457200" rtl="0" algn="l">
              <a:spcBef>
                <a:spcPts val="1200"/>
              </a:spcBef>
              <a:spcAft>
                <a:spcPts val="0"/>
              </a:spcAft>
              <a:buSzPts val="1400"/>
              <a:buChar char="●"/>
            </a:pPr>
            <a:r>
              <a:rPr lang="es-419"/>
              <a:t>la </a:t>
            </a:r>
            <a:r>
              <a:rPr b="1" lang="es-419"/>
              <a:t>información</a:t>
            </a:r>
            <a:r>
              <a:rPr lang="es-419"/>
              <a:t> se define en términos de datos, </a:t>
            </a:r>
            <a:endParaRPr/>
          </a:p>
          <a:p>
            <a:pPr indent="-317500" lvl="0" marL="457200" rtl="0" algn="l">
              <a:spcBef>
                <a:spcPts val="0"/>
              </a:spcBef>
              <a:spcAft>
                <a:spcPts val="0"/>
              </a:spcAft>
              <a:buSzPts val="1400"/>
              <a:buChar char="●"/>
            </a:pPr>
            <a:r>
              <a:rPr lang="es-419"/>
              <a:t>el </a:t>
            </a:r>
            <a:r>
              <a:rPr b="1" lang="es-419"/>
              <a:t>conocimiento</a:t>
            </a:r>
            <a:r>
              <a:rPr lang="es-419"/>
              <a:t> en términos de información, y </a:t>
            </a:r>
            <a:endParaRPr/>
          </a:p>
          <a:p>
            <a:pPr indent="-317500" lvl="0" marL="457200" rtl="0" algn="l">
              <a:spcBef>
                <a:spcPts val="0"/>
              </a:spcBef>
              <a:spcAft>
                <a:spcPts val="0"/>
              </a:spcAft>
              <a:buSzPts val="1400"/>
              <a:buChar char="●"/>
            </a:pPr>
            <a:r>
              <a:rPr lang="es-419"/>
              <a:t>la </a:t>
            </a:r>
            <a:r>
              <a:rPr b="1" lang="es-419"/>
              <a:t>sabiduría</a:t>
            </a:r>
            <a:r>
              <a:rPr lang="es-419"/>
              <a:t> en términos de conocimiento.</a:t>
            </a:r>
            <a:endParaRPr/>
          </a:p>
          <a:p>
            <a:pPr indent="0" lvl="0" marL="0" rtl="0" algn="l">
              <a:spcBef>
                <a:spcPts val="1200"/>
              </a:spcBef>
              <a:spcAft>
                <a:spcPts val="1200"/>
              </a:spcAft>
              <a:buNone/>
            </a:pPr>
            <a:r>
              <a:t/>
            </a:r>
            <a:endParaRPr/>
          </a:p>
        </p:txBody>
      </p:sp>
      <p:sp>
        <p:nvSpPr>
          <p:cNvPr id="360" name="Google Shape;360;p25"/>
          <p:cNvSpPr txBox="1"/>
          <p:nvPr/>
        </p:nvSpPr>
        <p:spPr>
          <a:xfrm>
            <a:off x="800450" y="4547875"/>
            <a:ext cx="7537200" cy="307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s-419" sz="800">
                <a:solidFill>
                  <a:srgbClr val="94B6BD"/>
                </a:solidFill>
              </a:rPr>
              <a:t>Rowley, J. (2007). The wisdom hierarchy: representations of the DIKW hierarchy. Journal of information science, 33(2), 163-180.</a:t>
            </a:r>
            <a:endParaRPr sz="800">
              <a:solidFill>
                <a:srgbClr val="94B6BD"/>
              </a:solidFill>
            </a:endParaRPr>
          </a:p>
        </p:txBody>
      </p:sp>
      <p:sp>
        <p:nvSpPr>
          <p:cNvPr id="361" name="Google Shape;361;p25"/>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p26"/>
          <p:cNvSpPr txBox="1"/>
          <p:nvPr>
            <p:ph idx="1" type="body"/>
          </p:nvPr>
        </p:nvSpPr>
        <p:spPr>
          <a:xfrm>
            <a:off x="1303800" y="4138975"/>
            <a:ext cx="5843100" cy="534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Modelo</a:t>
            </a:r>
            <a:r>
              <a:rPr lang="es-419"/>
              <a:t> DIKW</a:t>
            </a:r>
            <a:endParaRPr/>
          </a:p>
        </p:txBody>
      </p:sp>
      <p:pic>
        <p:nvPicPr>
          <p:cNvPr id="367" name="Google Shape;367;p26"/>
          <p:cNvPicPr preferRelativeResize="0"/>
          <p:nvPr/>
        </p:nvPicPr>
        <p:blipFill rotWithShape="1">
          <a:blip r:embed="rId3">
            <a:alphaModFix/>
          </a:blip>
          <a:srcRect b="6444" l="10006" r="9749" t="17289"/>
          <a:stretch/>
        </p:blipFill>
        <p:spPr>
          <a:xfrm>
            <a:off x="1878200" y="925600"/>
            <a:ext cx="5387587" cy="2880000"/>
          </a:xfrm>
          <a:prstGeom prst="rect">
            <a:avLst/>
          </a:prstGeom>
          <a:noFill/>
          <a:ln>
            <a:noFill/>
          </a:ln>
        </p:spPr>
      </p:pic>
      <p:sp>
        <p:nvSpPr>
          <p:cNvPr id="368" name="Google Shape;368;p26"/>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pic>
        <p:nvPicPr>
          <p:cNvPr id="373" name="Google Shape;373;p27"/>
          <p:cNvPicPr preferRelativeResize="0"/>
          <p:nvPr/>
        </p:nvPicPr>
        <p:blipFill>
          <a:blip r:embed="rId3">
            <a:alphaModFix/>
          </a:blip>
          <a:stretch>
            <a:fillRect/>
          </a:stretch>
        </p:blipFill>
        <p:spPr>
          <a:xfrm>
            <a:off x="6330900" y="558222"/>
            <a:ext cx="2003400" cy="1080000"/>
          </a:xfrm>
          <a:prstGeom prst="rect">
            <a:avLst/>
          </a:prstGeom>
          <a:noFill/>
          <a:ln>
            <a:noFill/>
          </a:ln>
        </p:spPr>
      </p:pic>
      <p:sp>
        <p:nvSpPr>
          <p:cNvPr id="374" name="Google Shape;374;p27"/>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Datos</a:t>
            </a:r>
            <a:endParaRPr/>
          </a:p>
        </p:txBody>
      </p:sp>
      <p:sp>
        <p:nvSpPr>
          <p:cNvPr id="375" name="Google Shape;375;p27"/>
          <p:cNvSpPr txBox="1"/>
          <p:nvPr>
            <p:ph idx="1" type="body"/>
          </p:nvPr>
        </p:nvSpPr>
        <p:spPr>
          <a:xfrm>
            <a:off x="1303800" y="1990050"/>
            <a:ext cx="70305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S</a:t>
            </a:r>
            <a:r>
              <a:rPr lang="es-419"/>
              <a:t>on una colección de hechos en forma cruda (</a:t>
            </a:r>
            <a:r>
              <a:rPr i="1" lang="es-419"/>
              <a:t>raw</a:t>
            </a:r>
            <a:r>
              <a:rPr lang="es-419"/>
              <a:t>) o desorganizada, como números o caracteres. Sin embargo, sin contexto, los datos pueden significar poco. </a:t>
            </a:r>
            <a:endParaRPr/>
          </a:p>
          <a:p>
            <a:pPr indent="-317500" lvl="0" marL="457200" rtl="0" algn="l">
              <a:spcBef>
                <a:spcPts val="1200"/>
              </a:spcBef>
              <a:spcAft>
                <a:spcPts val="0"/>
              </a:spcAft>
              <a:buSzPts val="1400"/>
              <a:buChar char="●"/>
            </a:pPr>
            <a:r>
              <a:rPr lang="es-419"/>
              <a:t>Por ejemplo, 12012012 es solo una secuencia de números sin importancia aparente. Pero si lo vemos en el contexto de "esta es una fecha", podemos reconocer fácilmente el 12 de enero de 2012. </a:t>
            </a:r>
            <a:endParaRPr/>
          </a:p>
          <a:p>
            <a:pPr indent="0" lvl="0" marL="0" rtl="0" algn="l">
              <a:spcBef>
                <a:spcPts val="1200"/>
              </a:spcBef>
              <a:spcAft>
                <a:spcPts val="1200"/>
              </a:spcAft>
              <a:buNone/>
            </a:pPr>
            <a:r>
              <a:rPr lang="es-419"/>
              <a:t>Al agregar contexto y valor a los números, ahora tienen mayor significado.</a:t>
            </a:r>
            <a:endParaRPr/>
          </a:p>
        </p:txBody>
      </p:sp>
      <p:sp>
        <p:nvSpPr>
          <p:cNvPr id="376" name="Google Shape;376;p27"/>
          <p:cNvSpPr txBox="1"/>
          <p:nvPr/>
        </p:nvSpPr>
        <p:spPr>
          <a:xfrm>
            <a:off x="800450" y="4547875"/>
            <a:ext cx="7537200" cy="431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s-419" sz="800">
                <a:solidFill>
                  <a:srgbClr val="94B6BD"/>
                </a:solidFill>
              </a:rPr>
              <a:t>Zins, C. (2007). Conceptual approaches for defining data, information, and knowledge. Journal of the American society for information science and technology, 58(4), 479-493.</a:t>
            </a:r>
            <a:endParaRPr sz="800">
              <a:solidFill>
                <a:srgbClr val="94B6BD"/>
              </a:solidFill>
            </a:endParaRPr>
          </a:p>
        </p:txBody>
      </p:sp>
      <p:sp>
        <p:nvSpPr>
          <p:cNvPr id="377" name="Google Shape;377;p27"/>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sp>
        <p:nvSpPr>
          <p:cNvPr id="382" name="Google Shape;382;p28"/>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2000">
              <a:solidFill>
                <a:schemeClr val="accent2"/>
              </a:solidFill>
            </a:endParaRPr>
          </a:p>
          <a:p>
            <a:pPr indent="0" lvl="0" marL="0" rtl="0" algn="l">
              <a:spcBef>
                <a:spcPts val="0"/>
              </a:spcBef>
              <a:spcAft>
                <a:spcPts val="0"/>
              </a:spcAft>
              <a:buNone/>
            </a:pPr>
            <a:r>
              <a:rPr lang="es-419" sz="2000">
                <a:solidFill>
                  <a:schemeClr val="accent2"/>
                </a:solidFill>
              </a:rPr>
              <a:t>Datos como hechos</a:t>
            </a:r>
            <a:endParaRPr sz="2000">
              <a:solidFill>
                <a:schemeClr val="accent2"/>
              </a:solidFill>
            </a:endParaRPr>
          </a:p>
        </p:txBody>
      </p:sp>
      <p:sp>
        <p:nvSpPr>
          <p:cNvPr id="383" name="Google Shape;383;p28"/>
          <p:cNvSpPr txBox="1"/>
          <p:nvPr>
            <p:ph idx="1" type="body"/>
          </p:nvPr>
        </p:nvSpPr>
        <p:spPr>
          <a:xfrm>
            <a:off x="1303800" y="1990050"/>
            <a:ext cx="70305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L</a:t>
            </a:r>
            <a:r>
              <a:rPr lang="es-419"/>
              <a:t>os </a:t>
            </a:r>
            <a:r>
              <a:rPr b="1" lang="es-419"/>
              <a:t>datos</a:t>
            </a:r>
            <a:r>
              <a:rPr lang="es-419"/>
              <a:t> son hechos u observaciones discretos y objetivos, que no están organizados ni procesados y, por lo tanto, no tienen significado ni valor debido a la falta de contexto e interpretación.</a:t>
            </a:r>
            <a:endParaRPr/>
          </a:p>
          <a:p>
            <a:pPr indent="0" lvl="0" marL="0" rtl="0" algn="l">
              <a:spcBef>
                <a:spcPts val="1200"/>
              </a:spcBef>
              <a:spcAft>
                <a:spcPts val="0"/>
              </a:spcAft>
              <a:buNone/>
            </a:pPr>
            <a:r>
              <a:rPr lang="es-419"/>
              <a:t>Los </a:t>
            </a:r>
            <a:r>
              <a:rPr b="1" lang="es-419"/>
              <a:t>datos</a:t>
            </a:r>
            <a:r>
              <a:rPr lang="es-419"/>
              <a:t> también se definen como: </a:t>
            </a:r>
            <a:endParaRPr/>
          </a:p>
          <a:p>
            <a:pPr indent="-317500" lvl="0" marL="457200" rtl="0" algn="l">
              <a:spcBef>
                <a:spcPts val="1200"/>
              </a:spcBef>
              <a:spcAft>
                <a:spcPts val="0"/>
              </a:spcAft>
              <a:buSzPts val="1400"/>
              <a:buChar char="●"/>
            </a:pPr>
            <a:r>
              <a:rPr lang="es-419"/>
              <a:t>"simplemente hechos en bruto"</a:t>
            </a:r>
            <a:endParaRPr/>
          </a:p>
          <a:p>
            <a:pPr indent="-317500" lvl="0" marL="457200" rtl="0" algn="l">
              <a:spcBef>
                <a:spcPts val="0"/>
              </a:spcBef>
              <a:spcAft>
                <a:spcPts val="0"/>
              </a:spcAft>
              <a:buSzPts val="1400"/>
              <a:buChar char="●"/>
            </a:pPr>
            <a:r>
              <a:rPr lang="es-419"/>
              <a:t>"fragmentos de hechos sobre el estado del mundo", y </a:t>
            </a:r>
            <a:endParaRPr/>
          </a:p>
          <a:p>
            <a:pPr indent="-317500" lvl="0" marL="457200" rtl="0" algn="l">
              <a:spcBef>
                <a:spcPts val="0"/>
              </a:spcBef>
              <a:spcAft>
                <a:spcPts val="0"/>
              </a:spcAft>
              <a:buSzPts val="1400"/>
              <a:buChar char="●"/>
            </a:pPr>
            <a:r>
              <a:rPr lang="es-419"/>
              <a:t>"hechos materiales".</a:t>
            </a:r>
            <a:endParaRPr/>
          </a:p>
        </p:txBody>
      </p:sp>
      <p:sp>
        <p:nvSpPr>
          <p:cNvPr id="384" name="Google Shape;384;p28"/>
          <p:cNvSpPr txBox="1"/>
          <p:nvPr/>
        </p:nvSpPr>
        <p:spPr>
          <a:xfrm>
            <a:off x="800450" y="4547875"/>
            <a:ext cx="7537200" cy="307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s-419" sz="800">
                <a:solidFill>
                  <a:srgbClr val="94B6BD"/>
                </a:solidFill>
              </a:rPr>
              <a:t>Rowley, J., &amp; Hartley, R. (2017). Organizing knowledge: an introduction to managing access to information. Routledge.</a:t>
            </a:r>
            <a:endParaRPr sz="800">
              <a:solidFill>
                <a:srgbClr val="94B6BD"/>
              </a:solidFill>
            </a:endParaRPr>
          </a:p>
        </p:txBody>
      </p:sp>
      <p:sp>
        <p:nvSpPr>
          <p:cNvPr id="385" name="Google Shape;385;p28"/>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p29"/>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2000">
              <a:solidFill>
                <a:schemeClr val="accent2"/>
              </a:solidFill>
            </a:endParaRPr>
          </a:p>
          <a:p>
            <a:pPr indent="0" lvl="0" marL="0" rtl="0" algn="l">
              <a:spcBef>
                <a:spcPts val="0"/>
              </a:spcBef>
              <a:spcAft>
                <a:spcPts val="0"/>
              </a:spcAft>
              <a:buNone/>
            </a:pPr>
            <a:r>
              <a:rPr lang="es-419" sz="2000">
                <a:solidFill>
                  <a:schemeClr val="accent2"/>
                </a:solidFill>
              </a:rPr>
              <a:t>Datos como señales</a:t>
            </a:r>
            <a:endParaRPr sz="2000">
              <a:solidFill>
                <a:schemeClr val="accent2"/>
              </a:solidFill>
            </a:endParaRPr>
          </a:p>
        </p:txBody>
      </p:sp>
      <p:sp>
        <p:nvSpPr>
          <p:cNvPr id="391" name="Google Shape;391;p29"/>
          <p:cNvSpPr txBox="1"/>
          <p:nvPr>
            <p:ph idx="1" type="body"/>
          </p:nvPr>
        </p:nvSpPr>
        <p:spPr>
          <a:xfrm>
            <a:off x="1303800" y="1990050"/>
            <a:ext cx="70305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En el dominio subjetivo, los </a:t>
            </a:r>
            <a:r>
              <a:rPr b="1" lang="es-419"/>
              <a:t>datos</a:t>
            </a:r>
            <a:r>
              <a:rPr lang="es-419"/>
              <a:t> se conciben como estímulos sensoriales, que percibimos a través de nuestros sentidos, o "lecturas de señales", que incluyen sensores y/o lecturas sensoriales de luz, sonido, olfato, gusto y tacto.</a:t>
            </a:r>
            <a:endParaRPr/>
          </a:p>
          <a:p>
            <a:pPr indent="0" lvl="0" marL="0" rtl="0" algn="l">
              <a:spcBef>
                <a:spcPts val="1200"/>
              </a:spcBef>
              <a:spcAft>
                <a:spcPts val="0"/>
              </a:spcAft>
              <a:buNone/>
            </a:pPr>
            <a:r>
              <a:rPr lang="es-419"/>
              <a:t>El significado de los estímulos sensoriales también puede considerarse como datos subjetivos. La </a:t>
            </a:r>
            <a:r>
              <a:rPr b="1" lang="es-419">
                <a:solidFill>
                  <a:schemeClr val="accent5"/>
                </a:solidFill>
              </a:rPr>
              <a:t>información</a:t>
            </a:r>
            <a:r>
              <a:rPr lang="es-419"/>
              <a:t> es el significado de estos estímulos sensoriales (i.e., la percepción empírica). </a:t>
            </a:r>
            <a:endParaRPr/>
          </a:p>
          <a:p>
            <a:pPr indent="-317500" lvl="0" marL="457200" rtl="0" algn="l">
              <a:spcBef>
                <a:spcPts val="1200"/>
              </a:spcBef>
              <a:spcAft>
                <a:spcPts val="0"/>
              </a:spcAft>
              <a:buSzPts val="1400"/>
              <a:buChar char="●"/>
            </a:pPr>
            <a:r>
              <a:rPr lang="es-419"/>
              <a:t>Por ejemplo, los ruidos que escucho son </a:t>
            </a:r>
            <a:r>
              <a:rPr b="1" lang="es-419"/>
              <a:t>datos</a:t>
            </a:r>
            <a:r>
              <a:rPr lang="es-419"/>
              <a:t>. El significado de estos ruidos (e.g., el motor de un automóvil en marcha) es </a:t>
            </a:r>
            <a:r>
              <a:rPr b="1" lang="es-419">
                <a:solidFill>
                  <a:schemeClr val="accent5"/>
                </a:solidFill>
              </a:rPr>
              <a:t>información</a:t>
            </a:r>
            <a:r>
              <a:rPr lang="es-419"/>
              <a:t>. </a:t>
            </a:r>
            <a:endParaRPr/>
          </a:p>
        </p:txBody>
      </p:sp>
      <p:sp>
        <p:nvSpPr>
          <p:cNvPr id="392" name="Google Shape;392;p29"/>
          <p:cNvSpPr txBox="1"/>
          <p:nvPr/>
        </p:nvSpPr>
        <p:spPr>
          <a:xfrm>
            <a:off x="800450" y="4547875"/>
            <a:ext cx="7537200" cy="307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s-419" sz="800">
                <a:solidFill>
                  <a:srgbClr val="94B6BD"/>
                </a:solidFill>
              </a:rPr>
              <a:t>Liew, A. (2007). Understanding data, information, knowledge and their inter-relationships. Journal of knowledge management practice, 8(2), 1-16.</a:t>
            </a:r>
            <a:endParaRPr sz="800">
              <a:solidFill>
                <a:srgbClr val="94B6BD"/>
              </a:solidFill>
            </a:endParaRPr>
          </a:p>
        </p:txBody>
      </p:sp>
      <p:sp>
        <p:nvSpPr>
          <p:cNvPr id="393" name="Google Shape;393;p29"/>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30"/>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2000">
              <a:solidFill>
                <a:schemeClr val="accent2"/>
              </a:solidFill>
            </a:endParaRPr>
          </a:p>
          <a:p>
            <a:pPr indent="0" lvl="0" marL="0" rtl="0" algn="l">
              <a:spcBef>
                <a:spcPts val="0"/>
              </a:spcBef>
              <a:spcAft>
                <a:spcPts val="0"/>
              </a:spcAft>
              <a:buNone/>
            </a:pPr>
            <a:r>
              <a:rPr lang="es-419" sz="2000">
                <a:solidFill>
                  <a:schemeClr val="accent2"/>
                </a:solidFill>
              </a:rPr>
              <a:t>Datos como señales</a:t>
            </a:r>
            <a:endParaRPr sz="2000">
              <a:solidFill>
                <a:schemeClr val="accent2"/>
              </a:solidFill>
            </a:endParaRPr>
          </a:p>
        </p:txBody>
      </p:sp>
      <p:sp>
        <p:nvSpPr>
          <p:cNvPr id="399" name="Google Shape;399;p30"/>
          <p:cNvSpPr txBox="1"/>
          <p:nvPr>
            <p:ph idx="1" type="body"/>
          </p:nvPr>
        </p:nvSpPr>
        <p:spPr>
          <a:xfrm>
            <a:off x="1303800" y="1990050"/>
            <a:ext cx="7030500" cy="25416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s-419"/>
              <a:t>H</a:t>
            </a:r>
            <a:r>
              <a:rPr lang="es-419"/>
              <a:t>ay otra alternativa en cuanto a cómo definir estos dos conceptos, que parece aún mejor: los </a:t>
            </a:r>
            <a:r>
              <a:rPr b="1" lang="es-419"/>
              <a:t>datos</a:t>
            </a:r>
            <a:r>
              <a:rPr lang="es-419"/>
              <a:t> son estímulos sensoriales, o su significado. </a:t>
            </a:r>
            <a:endParaRPr/>
          </a:p>
          <a:p>
            <a:pPr indent="-317500" lvl="0" marL="457200" rtl="0" algn="l">
              <a:spcBef>
                <a:spcPts val="1200"/>
              </a:spcBef>
              <a:spcAft>
                <a:spcPts val="0"/>
              </a:spcAft>
              <a:buSzPts val="1400"/>
              <a:buChar char="●"/>
            </a:pPr>
            <a:r>
              <a:rPr lang="es-419"/>
              <a:t>En consecuencia, en el ejemplo anterior, los ruidos fuertes, así como la percepción de un motor de automóvil en marcha, son </a:t>
            </a:r>
            <a:r>
              <a:rPr b="1" lang="es-419"/>
              <a:t>datos</a:t>
            </a:r>
            <a:r>
              <a:rPr lang="es-419"/>
              <a:t>.</a:t>
            </a:r>
            <a:endParaRPr/>
          </a:p>
          <a:p>
            <a:pPr indent="0" lvl="0" marL="0" rtl="0" algn="l">
              <a:spcBef>
                <a:spcPts val="1200"/>
              </a:spcBef>
              <a:spcAft>
                <a:spcPts val="0"/>
              </a:spcAft>
              <a:buNone/>
            </a:pPr>
            <a:r>
              <a:rPr lang="es-419"/>
              <a:t>Los </a:t>
            </a:r>
            <a:r>
              <a:rPr b="1" lang="es-419"/>
              <a:t>datos</a:t>
            </a:r>
            <a:r>
              <a:rPr lang="es-419"/>
              <a:t> subjetivos, así entendidos, serían comparables al conocimiento por familiaridad, en cuanto se basan en la experiencia directa de los estímulos. </a:t>
            </a:r>
            <a:endParaRPr/>
          </a:p>
          <a:p>
            <a:pPr indent="0" lvl="0" marL="0" rtl="0" algn="l">
              <a:spcBef>
                <a:spcPts val="1200"/>
              </a:spcBef>
              <a:spcAft>
                <a:spcPts val="1200"/>
              </a:spcAft>
              <a:buNone/>
            </a:pPr>
            <a:r>
              <a:rPr lang="es-419"/>
              <a:t>Sin embargo, a diferencia del conocimiento por familiaridad, el dominio subjetivo </a:t>
            </a:r>
            <a:r>
              <a:rPr lang="es-419"/>
              <a:t>"no</a:t>
            </a:r>
            <a:r>
              <a:rPr lang="es-419"/>
              <a:t> está relacionado con... la veracidad".</a:t>
            </a:r>
            <a:endParaRPr/>
          </a:p>
        </p:txBody>
      </p:sp>
      <p:sp>
        <p:nvSpPr>
          <p:cNvPr id="400" name="Google Shape;400;p30"/>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p31"/>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2000">
              <a:solidFill>
                <a:schemeClr val="accent2"/>
              </a:solidFill>
            </a:endParaRPr>
          </a:p>
          <a:p>
            <a:pPr indent="0" lvl="0" marL="0" rtl="0" algn="l">
              <a:spcBef>
                <a:spcPts val="0"/>
              </a:spcBef>
              <a:spcAft>
                <a:spcPts val="0"/>
              </a:spcAft>
              <a:buNone/>
            </a:pPr>
            <a:r>
              <a:rPr lang="es-419" sz="2000">
                <a:solidFill>
                  <a:schemeClr val="accent2"/>
                </a:solidFill>
              </a:rPr>
              <a:t>Datos como símbolos</a:t>
            </a:r>
            <a:endParaRPr sz="2000">
              <a:solidFill>
                <a:schemeClr val="accent2"/>
              </a:solidFill>
            </a:endParaRPr>
          </a:p>
        </p:txBody>
      </p:sp>
      <p:sp>
        <p:nvSpPr>
          <p:cNvPr id="406" name="Google Shape;406;p31"/>
          <p:cNvSpPr txBox="1"/>
          <p:nvPr>
            <p:ph idx="1" type="body"/>
          </p:nvPr>
        </p:nvSpPr>
        <p:spPr>
          <a:xfrm>
            <a:off x="1303800" y="1990050"/>
            <a:ext cx="71148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L</a:t>
            </a:r>
            <a:r>
              <a:rPr lang="es-419"/>
              <a:t>os </a:t>
            </a:r>
            <a:r>
              <a:rPr b="1" lang="es-419"/>
              <a:t>datos</a:t>
            </a:r>
            <a:r>
              <a:rPr lang="es-419"/>
              <a:t> se definen consistentemente para incluir símbolos, o conjuntos de signos que representan estímulos empíricos o percepciones, de una propiedad de un objeto, de un evento, o de su entorno. </a:t>
            </a:r>
            <a:endParaRPr/>
          </a:p>
          <a:p>
            <a:pPr indent="0" lvl="0" marL="0" rtl="0" algn="l">
              <a:spcBef>
                <a:spcPts val="1200"/>
              </a:spcBef>
              <a:spcAft>
                <a:spcPts val="0"/>
              </a:spcAft>
              <a:buNone/>
            </a:pPr>
            <a:r>
              <a:rPr lang="es-419"/>
              <a:t>Los </a:t>
            </a:r>
            <a:r>
              <a:rPr b="1" lang="es-419"/>
              <a:t>datos</a:t>
            </a:r>
            <a:r>
              <a:rPr lang="es-419"/>
              <a:t>, en este sentido, son símbolos registrados (capturados o almacenados), que incluyen palabras, números, diagramas e imágenes, que son los componentes básicos de la comunicación. </a:t>
            </a:r>
            <a:endParaRPr/>
          </a:p>
          <a:p>
            <a:pPr indent="0" lvl="0" marL="0" rtl="0" algn="l">
              <a:spcBef>
                <a:spcPts val="1200"/>
              </a:spcBef>
              <a:spcAft>
                <a:spcPts val="1200"/>
              </a:spcAft>
              <a:buNone/>
            </a:pPr>
            <a:r>
              <a:rPr lang="es-419"/>
              <a:t>Con el propósito de registrar actividades o situaciones, para capturar eventos reales, de modo que todos los datos son históricos, a excepción de predicciones o pronósticos.</a:t>
            </a:r>
            <a:endParaRPr/>
          </a:p>
        </p:txBody>
      </p:sp>
      <p:sp>
        <p:nvSpPr>
          <p:cNvPr id="407" name="Google Shape;407;p31"/>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 name="Shape 411"/>
        <p:cNvGrpSpPr/>
        <p:nvPr/>
      </p:nvGrpSpPr>
      <p:grpSpPr>
        <a:xfrm>
          <a:off x="0" y="0"/>
          <a:ext cx="0" cy="0"/>
          <a:chOff x="0" y="0"/>
          <a:chExt cx="0" cy="0"/>
        </a:xfrm>
      </p:grpSpPr>
      <p:sp>
        <p:nvSpPr>
          <p:cNvPr id="412" name="Google Shape;412;p32"/>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Información</a:t>
            </a:r>
            <a:endParaRPr/>
          </a:p>
        </p:txBody>
      </p:sp>
      <p:sp>
        <p:nvSpPr>
          <p:cNvPr id="413" name="Google Shape;413;p32"/>
          <p:cNvSpPr txBox="1"/>
          <p:nvPr>
            <p:ph idx="1" type="body"/>
          </p:nvPr>
        </p:nvSpPr>
        <p:spPr>
          <a:xfrm>
            <a:off x="1048575" y="1843700"/>
            <a:ext cx="7518900" cy="2777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S</a:t>
            </a:r>
            <a:r>
              <a:rPr lang="es-419"/>
              <a:t>on </a:t>
            </a:r>
            <a:r>
              <a:rPr b="1" lang="es-419">
                <a:solidFill>
                  <a:schemeClr val="accent5"/>
                </a:solidFill>
              </a:rPr>
              <a:t>datos</a:t>
            </a:r>
            <a:r>
              <a:rPr lang="es-419"/>
              <a:t> que han sido "limpiados" de errores y procesados de una manera que facilita la medición, visualización, y análisis para un propósito específico.</a:t>
            </a:r>
            <a:endParaRPr/>
          </a:p>
          <a:p>
            <a:pPr indent="0" lvl="0" marL="0" rtl="0" algn="l">
              <a:spcBef>
                <a:spcPts val="1200"/>
              </a:spcBef>
              <a:spcAft>
                <a:spcPts val="0"/>
              </a:spcAft>
              <a:buNone/>
            </a:pPr>
            <a:r>
              <a:rPr lang="es-419"/>
              <a:t>I</a:t>
            </a:r>
            <a:r>
              <a:rPr lang="es-419"/>
              <a:t>mplica diferentes operaciones, como combinar diferentes conjuntos de datos (agregación), garantizar que los datos recopilados sean relevantes y precisos (validación), etc. </a:t>
            </a:r>
            <a:endParaRPr/>
          </a:p>
          <a:p>
            <a:pPr indent="-317500" lvl="0" marL="457200" rtl="0" algn="l">
              <a:spcBef>
                <a:spcPts val="1200"/>
              </a:spcBef>
              <a:spcAft>
                <a:spcPts val="0"/>
              </a:spcAft>
              <a:buSzPts val="1400"/>
              <a:buChar char="●"/>
            </a:pPr>
            <a:r>
              <a:rPr lang="es-419"/>
              <a:t>Por ejemplo, se puede analizar el desempeño del índice Dow Jones creando un gráfico para un período de tiempo particular, basado en los datos al cierre de cada día.</a:t>
            </a:r>
            <a:endParaRPr/>
          </a:p>
          <a:p>
            <a:pPr indent="0" lvl="0" marL="0" rtl="0" algn="l">
              <a:spcBef>
                <a:spcPts val="1200"/>
              </a:spcBef>
              <a:spcAft>
                <a:spcPts val="1200"/>
              </a:spcAft>
              <a:buNone/>
            </a:pPr>
            <a:r>
              <a:rPr lang="es-419"/>
              <a:t>Al hacer preguntas relevantes sobre 'quién', 'qué', 'cuándo', 'dónde', etc., se puede obtener información valiosa de los datos.</a:t>
            </a:r>
            <a:endParaRPr/>
          </a:p>
        </p:txBody>
      </p:sp>
      <p:pic>
        <p:nvPicPr>
          <p:cNvPr id="414" name="Google Shape;414;p32"/>
          <p:cNvPicPr preferRelativeResize="0"/>
          <p:nvPr/>
        </p:nvPicPr>
        <p:blipFill>
          <a:blip r:embed="rId3">
            <a:alphaModFix/>
          </a:blip>
          <a:stretch>
            <a:fillRect/>
          </a:stretch>
        </p:blipFill>
        <p:spPr>
          <a:xfrm>
            <a:off x="5956150" y="558237"/>
            <a:ext cx="2378160" cy="1080000"/>
          </a:xfrm>
          <a:prstGeom prst="rect">
            <a:avLst/>
          </a:prstGeom>
          <a:noFill/>
          <a:ln>
            <a:noFill/>
          </a:ln>
        </p:spPr>
      </p:pic>
      <p:sp>
        <p:nvSpPr>
          <p:cNvPr id="415" name="Google Shape;415;p32"/>
          <p:cNvSpPr txBox="1"/>
          <p:nvPr/>
        </p:nvSpPr>
        <p:spPr>
          <a:xfrm>
            <a:off x="800450" y="4547875"/>
            <a:ext cx="7537200" cy="307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s-419" sz="800">
                <a:solidFill>
                  <a:srgbClr val="94B6BD"/>
                </a:solidFill>
              </a:rPr>
              <a:t>Rowley, J., &amp; Hartley, R. (2017). Organizing knowledge: an introduction to managing access to information. Routledge</a:t>
            </a:r>
            <a:endParaRPr sz="800">
              <a:solidFill>
                <a:srgbClr val="94B6BD"/>
              </a:solidFill>
            </a:endParaRPr>
          </a:p>
        </p:txBody>
      </p:sp>
      <p:sp>
        <p:nvSpPr>
          <p:cNvPr id="416" name="Google Shape;416;p3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0" name="Shape 420"/>
        <p:cNvGrpSpPr/>
        <p:nvPr/>
      </p:nvGrpSpPr>
      <p:grpSpPr>
        <a:xfrm>
          <a:off x="0" y="0"/>
          <a:ext cx="0" cy="0"/>
          <a:chOff x="0" y="0"/>
          <a:chExt cx="0" cy="0"/>
        </a:xfrm>
      </p:grpSpPr>
      <p:sp>
        <p:nvSpPr>
          <p:cNvPr id="421" name="Google Shape;421;p33"/>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2000">
              <a:solidFill>
                <a:schemeClr val="accent2"/>
              </a:solidFill>
            </a:endParaRPr>
          </a:p>
          <a:p>
            <a:pPr indent="0" lvl="0" marL="0" rtl="0" algn="l">
              <a:spcBef>
                <a:spcPts val="0"/>
              </a:spcBef>
              <a:spcAft>
                <a:spcPts val="0"/>
              </a:spcAft>
              <a:buNone/>
            </a:pPr>
            <a:r>
              <a:rPr lang="es-419" sz="2000">
                <a:solidFill>
                  <a:schemeClr val="accent2"/>
                </a:solidFill>
              </a:rPr>
              <a:t>Estructural vs. funcional</a:t>
            </a:r>
            <a:endParaRPr sz="2000">
              <a:solidFill>
                <a:schemeClr val="accent2"/>
              </a:solidFill>
            </a:endParaRPr>
          </a:p>
        </p:txBody>
      </p:sp>
      <p:sp>
        <p:nvSpPr>
          <p:cNvPr id="422" name="Google Shape;422;p33"/>
          <p:cNvSpPr txBox="1"/>
          <p:nvPr>
            <p:ph idx="1" type="body"/>
          </p:nvPr>
        </p:nvSpPr>
        <p:spPr>
          <a:xfrm>
            <a:off x="1303800" y="1990050"/>
            <a:ext cx="7030500" cy="25416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s-419"/>
              <a:t>Se puede definir la </a:t>
            </a:r>
            <a:r>
              <a:rPr b="1" lang="es-419"/>
              <a:t>información</a:t>
            </a:r>
            <a:r>
              <a:rPr lang="es-419"/>
              <a:t> como </a:t>
            </a:r>
            <a:r>
              <a:rPr b="1" lang="es-419">
                <a:solidFill>
                  <a:schemeClr val="accent5"/>
                </a:solidFill>
              </a:rPr>
              <a:t>datos</a:t>
            </a:r>
            <a:r>
              <a:rPr lang="es-419"/>
              <a:t> organizados o estructurados, que se han procesado de tal manera que la </a:t>
            </a:r>
            <a:r>
              <a:rPr b="1" lang="es-419"/>
              <a:t>información</a:t>
            </a:r>
            <a:r>
              <a:rPr lang="es-419"/>
              <a:t> ahora tiene relevancia para un propósito o contexto específico y, por lo tanto, es significativa, valiosa, útil y relevante. </a:t>
            </a:r>
            <a:endParaRPr/>
          </a:p>
          <a:p>
            <a:pPr indent="0" lvl="0" marL="0" rtl="0" algn="l">
              <a:spcBef>
                <a:spcPts val="1200"/>
              </a:spcBef>
              <a:spcAft>
                <a:spcPts val="0"/>
              </a:spcAft>
              <a:buNone/>
            </a:pPr>
            <a:r>
              <a:rPr lang="es-419"/>
              <a:t>La diferencia entre </a:t>
            </a:r>
            <a:r>
              <a:rPr b="1" lang="es-419">
                <a:solidFill>
                  <a:schemeClr val="accent5"/>
                </a:solidFill>
              </a:rPr>
              <a:t>datos</a:t>
            </a:r>
            <a:r>
              <a:rPr lang="es-419"/>
              <a:t> e </a:t>
            </a:r>
            <a:r>
              <a:rPr b="1" lang="es-419"/>
              <a:t>información</a:t>
            </a:r>
            <a:r>
              <a:rPr lang="es-419"/>
              <a:t> es estructural, no funcional. </a:t>
            </a:r>
            <a:endParaRPr/>
          </a:p>
          <a:p>
            <a:pPr indent="0" lvl="0" marL="0" rtl="0" algn="l">
              <a:spcBef>
                <a:spcPts val="1200"/>
              </a:spcBef>
              <a:spcAft>
                <a:spcPts val="0"/>
              </a:spcAft>
              <a:buNone/>
            </a:pPr>
            <a:r>
              <a:rPr lang="es-419"/>
              <a:t>Otras definiciones de información son:</a:t>
            </a:r>
            <a:endParaRPr/>
          </a:p>
          <a:p>
            <a:pPr indent="-317500" lvl="0" marL="457200" rtl="0" algn="l">
              <a:spcBef>
                <a:spcPts val="1200"/>
              </a:spcBef>
              <a:spcAft>
                <a:spcPts val="0"/>
              </a:spcAft>
              <a:buSzPts val="1400"/>
              <a:buChar char="●"/>
            </a:pPr>
            <a:r>
              <a:rPr lang="es-419"/>
              <a:t>"Datos que nos cambian"</a:t>
            </a:r>
            <a:endParaRPr/>
          </a:p>
          <a:p>
            <a:pPr indent="-317500" lvl="0" marL="457200" rtl="0" algn="l">
              <a:spcBef>
                <a:spcPts val="0"/>
              </a:spcBef>
              <a:spcAft>
                <a:spcPts val="0"/>
              </a:spcAft>
              <a:buSzPts val="1400"/>
              <a:buChar char="●"/>
            </a:pPr>
            <a:r>
              <a:rPr lang="es-419"/>
              <a:t>"La suma total de todos los hechos e ideas que están disponibles para que alguien los conozca en un momento dado"</a:t>
            </a:r>
            <a:endParaRPr/>
          </a:p>
          <a:p>
            <a:pPr indent="-317500" lvl="0" marL="457200" rtl="0" algn="l">
              <a:spcBef>
                <a:spcPts val="0"/>
              </a:spcBef>
              <a:spcAft>
                <a:spcPts val="0"/>
              </a:spcAft>
              <a:buSzPts val="1400"/>
              <a:buChar char="●"/>
            </a:pPr>
            <a:r>
              <a:rPr lang="es-419"/>
              <a:t>"Cuestión de hecho".</a:t>
            </a:r>
            <a:endParaRPr/>
          </a:p>
        </p:txBody>
      </p:sp>
      <p:sp>
        <p:nvSpPr>
          <p:cNvPr id="423" name="Google Shape;423;p33"/>
          <p:cNvSpPr txBox="1"/>
          <p:nvPr/>
        </p:nvSpPr>
        <p:spPr>
          <a:xfrm>
            <a:off x="800450" y="4547875"/>
            <a:ext cx="7537200" cy="307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s-419" sz="800">
                <a:solidFill>
                  <a:srgbClr val="94B6BD"/>
                </a:solidFill>
              </a:rPr>
              <a:t>Wallace, D. P. (2007). Knowledge Management-Historical and Cross-Disciplinary Themes.</a:t>
            </a:r>
            <a:endParaRPr sz="800">
              <a:solidFill>
                <a:srgbClr val="94B6BD"/>
              </a:solidFill>
            </a:endParaRPr>
          </a:p>
        </p:txBody>
      </p:sp>
      <p:sp>
        <p:nvSpPr>
          <p:cNvPr id="424" name="Google Shape;424;p33"/>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8" name="Shape 428"/>
        <p:cNvGrpSpPr/>
        <p:nvPr/>
      </p:nvGrpSpPr>
      <p:grpSpPr>
        <a:xfrm>
          <a:off x="0" y="0"/>
          <a:ext cx="0" cy="0"/>
          <a:chOff x="0" y="0"/>
          <a:chExt cx="0" cy="0"/>
        </a:xfrm>
      </p:grpSpPr>
      <p:sp>
        <p:nvSpPr>
          <p:cNvPr id="429" name="Google Shape;429;p34"/>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2000">
              <a:solidFill>
                <a:schemeClr val="accent2"/>
              </a:solidFill>
            </a:endParaRPr>
          </a:p>
          <a:p>
            <a:pPr indent="0" lvl="0" marL="0" rtl="0" algn="l">
              <a:spcBef>
                <a:spcPts val="0"/>
              </a:spcBef>
              <a:spcAft>
                <a:spcPts val="0"/>
              </a:spcAft>
              <a:buNone/>
            </a:pPr>
            <a:r>
              <a:rPr lang="es-419" sz="2000">
                <a:solidFill>
                  <a:schemeClr val="accent2"/>
                </a:solidFill>
              </a:rPr>
              <a:t>Simbólica vs. subjetiva</a:t>
            </a:r>
            <a:endParaRPr sz="2000">
              <a:solidFill>
                <a:schemeClr val="accent2"/>
              </a:solidFill>
            </a:endParaRPr>
          </a:p>
        </p:txBody>
      </p:sp>
      <p:sp>
        <p:nvSpPr>
          <p:cNvPr id="430" name="Google Shape;430;p34"/>
          <p:cNvSpPr txBox="1"/>
          <p:nvPr>
            <p:ph idx="1" type="body"/>
          </p:nvPr>
        </p:nvSpPr>
        <p:spPr>
          <a:xfrm>
            <a:off x="1303800" y="1990050"/>
            <a:ext cx="7030500" cy="25416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s-419"/>
              <a:t>La </a:t>
            </a:r>
            <a:r>
              <a:rPr b="1" lang="es-419"/>
              <a:t>información</a:t>
            </a:r>
            <a:r>
              <a:rPr lang="es-419"/>
              <a:t> es: (i) </a:t>
            </a:r>
            <a:r>
              <a:rPr b="1" lang="es-419">
                <a:solidFill>
                  <a:srgbClr val="4A86E8"/>
                </a:solidFill>
              </a:rPr>
              <a:t>universal</a:t>
            </a:r>
            <a:r>
              <a:rPr lang="es-419"/>
              <a:t>, existente como símbolos y signos; (ii) </a:t>
            </a:r>
            <a:r>
              <a:rPr b="1" lang="es-419">
                <a:solidFill>
                  <a:srgbClr val="4A86E8"/>
                </a:solidFill>
              </a:rPr>
              <a:t>subjetiva</a:t>
            </a:r>
            <a:r>
              <a:rPr lang="es-419"/>
              <a:t>, el significado al que se adjuntan los símbolos; o (iii) ambos. </a:t>
            </a:r>
            <a:endParaRPr/>
          </a:p>
          <a:p>
            <a:pPr indent="0" lvl="0" marL="0" rtl="0" algn="l">
              <a:spcBef>
                <a:spcPts val="1200"/>
              </a:spcBef>
              <a:spcAft>
                <a:spcPts val="0"/>
              </a:spcAft>
              <a:buNone/>
            </a:pPr>
            <a:r>
              <a:rPr lang="es-419"/>
              <a:t>Los ejemplos de información como símbolo y significado incluyen:</a:t>
            </a:r>
            <a:endParaRPr/>
          </a:p>
          <a:p>
            <a:pPr indent="-317500" lvl="0" marL="457200" rtl="0" algn="l">
              <a:spcBef>
                <a:spcPts val="1200"/>
              </a:spcBef>
              <a:spcAft>
                <a:spcPts val="0"/>
              </a:spcAft>
              <a:buSzPts val="1400"/>
              <a:buChar char="●"/>
            </a:pPr>
            <a:r>
              <a:rPr lang="es-419"/>
              <a:t>La </a:t>
            </a:r>
            <a:r>
              <a:rPr b="1" lang="es-419"/>
              <a:t>información</a:t>
            </a:r>
            <a:r>
              <a:rPr lang="es-419"/>
              <a:t>, como fenómeno, representa tanto un proceso como un producto; un proceso cognitivo/afectivo, y la contrapartida física (producto de) el estado cognitivo/afecti</a:t>
            </a:r>
            <a:r>
              <a:rPr lang="es-419"/>
              <a:t>vo</a:t>
            </a:r>
            <a:r>
              <a:rPr lang="es-419"/>
              <a:t>.</a:t>
            </a:r>
            <a:endParaRPr/>
          </a:p>
          <a:p>
            <a:pPr indent="-317500" lvl="0" marL="457200" rtl="0" algn="l">
              <a:spcBef>
                <a:spcPts val="0"/>
              </a:spcBef>
              <a:spcAft>
                <a:spcPts val="0"/>
              </a:spcAft>
              <a:buSzPts val="1400"/>
              <a:buChar char="●"/>
            </a:pPr>
            <a:r>
              <a:rPr lang="es-419"/>
              <a:t>La </a:t>
            </a:r>
            <a:r>
              <a:rPr b="1" lang="es-419"/>
              <a:t>información</a:t>
            </a:r>
            <a:r>
              <a:rPr lang="es-419"/>
              <a:t> está relacionada con el significado o la intención humana, de las declaraciones tal como las entiende el hablante/escritor y el oyente/lector las entiende o malinterpreta.</a:t>
            </a:r>
            <a:endParaRPr/>
          </a:p>
        </p:txBody>
      </p:sp>
      <p:sp>
        <p:nvSpPr>
          <p:cNvPr id="431" name="Google Shape;431;p34"/>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5" name="Shape 435"/>
        <p:cNvGrpSpPr/>
        <p:nvPr/>
      </p:nvGrpSpPr>
      <p:grpSpPr>
        <a:xfrm>
          <a:off x="0" y="0"/>
          <a:ext cx="0" cy="0"/>
          <a:chOff x="0" y="0"/>
          <a:chExt cx="0" cy="0"/>
        </a:xfrm>
      </p:grpSpPr>
      <p:sp>
        <p:nvSpPr>
          <p:cNvPr id="436" name="Google Shape;436;p35"/>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Conocimiento</a:t>
            </a:r>
            <a:endParaRPr/>
          </a:p>
        </p:txBody>
      </p:sp>
      <p:sp>
        <p:nvSpPr>
          <p:cNvPr id="437" name="Google Shape;437;p35"/>
          <p:cNvSpPr txBox="1"/>
          <p:nvPr>
            <p:ph idx="1" type="body"/>
          </p:nvPr>
        </p:nvSpPr>
        <p:spPr>
          <a:xfrm>
            <a:off x="1303800" y="1990050"/>
            <a:ext cx="70305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Cuando no solo vemos la </a:t>
            </a:r>
            <a:r>
              <a:rPr b="1" lang="es-419">
                <a:solidFill>
                  <a:schemeClr val="accent5"/>
                </a:solidFill>
              </a:rPr>
              <a:t>información</a:t>
            </a:r>
            <a:r>
              <a:rPr lang="es-419"/>
              <a:t> como una descripción de los hechos recopilados, sino que también entendemos cómo aplicarla para lograr los objetivos, se convierte en </a:t>
            </a:r>
            <a:r>
              <a:rPr b="1" lang="es-419"/>
              <a:t>conocimiento</a:t>
            </a:r>
            <a:r>
              <a:rPr lang="es-419"/>
              <a:t>. </a:t>
            </a:r>
            <a:endParaRPr/>
          </a:p>
          <a:p>
            <a:pPr indent="0" lvl="0" marL="0" rtl="0" algn="l">
              <a:spcBef>
                <a:spcPts val="1200"/>
              </a:spcBef>
              <a:spcAft>
                <a:spcPts val="0"/>
              </a:spcAft>
              <a:buNone/>
            </a:pPr>
            <a:r>
              <a:rPr lang="es-419"/>
              <a:t>El </a:t>
            </a:r>
            <a:r>
              <a:rPr b="1" lang="es-419"/>
              <a:t>conocimiento</a:t>
            </a:r>
            <a:r>
              <a:rPr lang="es-419"/>
              <a:t> es una combinación fluida de experiencia enmarcada, valores, información contextual, perspicacia experta e intuición fundamentada que proporciona un entorno y un marco para evaluar e incorporar nuevas experiencias e </a:t>
            </a:r>
            <a:r>
              <a:rPr b="1" lang="es-419">
                <a:solidFill>
                  <a:schemeClr val="accent5"/>
                </a:solidFill>
              </a:rPr>
              <a:t>información</a:t>
            </a:r>
            <a:r>
              <a:rPr lang="es-419"/>
              <a:t>.</a:t>
            </a:r>
            <a:endParaRPr/>
          </a:p>
          <a:p>
            <a:pPr indent="0" lvl="0" marL="0" rtl="0" algn="l">
              <a:spcBef>
                <a:spcPts val="1200"/>
              </a:spcBef>
              <a:spcAft>
                <a:spcPts val="1200"/>
              </a:spcAft>
              <a:buNone/>
            </a:pPr>
            <a:r>
              <a:rPr lang="es-419"/>
              <a:t>Se origina y se aplica en la mente de los conocedores. Se integra no solo en documentos y repositorios, sino también en rutinas, procesos, prácticas y normas.</a:t>
            </a:r>
            <a:endParaRPr/>
          </a:p>
        </p:txBody>
      </p:sp>
      <p:pic>
        <p:nvPicPr>
          <p:cNvPr id="438" name="Google Shape;438;p35"/>
          <p:cNvPicPr preferRelativeResize="0"/>
          <p:nvPr/>
        </p:nvPicPr>
        <p:blipFill>
          <a:blip r:embed="rId3">
            <a:alphaModFix/>
          </a:blip>
          <a:stretch>
            <a:fillRect/>
          </a:stretch>
        </p:blipFill>
        <p:spPr>
          <a:xfrm>
            <a:off x="6018775" y="558225"/>
            <a:ext cx="2315520" cy="1080000"/>
          </a:xfrm>
          <a:prstGeom prst="rect">
            <a:avLst/>
          </a:prstGeom>
          <a:noFill/>
          <a:ln>
            <a:noFill/>
          </a:ln>
        </p:spPr>
      </p:pic>
      <p:sp>
        <p:nvSpPr>
          <p:cNvPr id="439" name="Google Shape;439;p35"/>
          <p:cNvSpPr txBox="1"/>
          <p:nvPr/>
        </p:nvSpPr>
        <p:spPr>
          <a:xfrm>
            <a:off x="800450" y="4547875"/>
            <a:ext cx="7537200" cy="431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s-419" sz="800">
                <a:solidFill>
                  <a:srgbClr val="94B6BD"/>
                </a:solidFill>
              </a:rPr>
              <a:t>Wallace, D. P. (2007). Knowledge Management-Historical and Cross-Disciplinary Themes.</a:t>
            </a:r>
            <a:endParaRPr sz="800">
              <a:solidFill>
                <a:srgbClr val="94B6BD"/>
              </a:solidFill>
            </a:endParaRPr>
          </a:p>
          <a:p>
            <a:pPr indent="0" lvl="0" marL="0" rtl="0" algn="r">
              <a:spcBef>
                <a:spcPts val="0"/>
              </a:spcBef>
              <a:spcAft>
                <a:spcPts val="0"/>
              </a:spcAft>
              <a:buNone/>
            </a:pPr>
            <a:r>
              <a:t/>
            </a:r>
            <a:endParaRPr sz="800">
              <a:solidFill>
                <a:srgbClr val="94B6BD"/>
              </a:solidFill>
            </a:endParaRPr>
          </a:p>
        </p:txBody>
      </p:sp>
      <p:sp>
        <p:nvSpPr>
          <p:cNvPr id="440" name="Google Shape;440;p35"/>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4" name="Shape 444"/>
        <p:cNvGrpSpPr/>
        <p:nvPr/>
      </p:nvGrpSpPr>
      <p:grpSpPr>
        <a:xfrm>
          <a:off x="0" y="0"/>
          <a:ext cx="0" cy="0"/>
          <a:chOff x="0" y="0"/>
          <a:chExt cx="0" cy="0"/>
        </a:xfrm>
      </p:grpSpPr>
      <p:sp>
        <p:nvSpPr>
          <p:cNvPr id="445" name="Google Shape;445;p36"/>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2000">
              <a:solidFill>
                <a:schemeClr val="accent2"/>
              </a:solidFill>
            </a:endParaRPr>
          </a:p>
          <a:p>
            <a:pPr indent="0" lvl="0" marL="0" rtl="0" algn="l">
              <a:spcBef>
                <a:spcPts val="0"/>
              </a:spcBef>
              <a:spcAft>
                <a:spcPts val="0"/>
              </a:spcAft>
              <a:buNone/>
            </a:pPr>
            <a:r>
              <a:rPr lang="es-419" sz="2000">
                <a:solidFill>
                  <a:schemeClr val="accent2"/>
                </a:solidFill>
              </a:rPr>
              <a:t>Conocimiento procesado</a:t>
            </a:r>
            <a:endParaRPr sz="2000">
              <a:solidFill>
                <a:schemeClr val="accent2"/>
              </a:solidFill>
            </a:endParaRPr>
          </a:p>
        </p:txBody>
      </p:sp>
      <p:sp>
        <p:nvSpPr>
          <p:cNvPr id="446" name="Google Shape;446;p36"/>
          <p:cNvSpPr txBox="1"/>
          <p:nvPr>
            <p:ph idx="1" type="body"/>
          </p:nvPr>
        </p:nvSpPr>
        <p:spPr>
          <a:xfrm>
            <a:off x="1303800" y="1990050"/>
            <a:ext cx="70305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E</a:t>
            </a:r>
            <a:r>
              <a:rPr lang="es-419"/>
              <a:t>l </a:t>
            </a:r>
            <a:r>
              <a:rPr b="1" lang="es-419"/>
              <a:t>conocimiento</a:t>
            </a:r>
            <a:r>
              <a:rPr lang="es-419"/>
              <a:t> puede describirse como:</a:t>
            </a:r>
            <a:endParaRPr/>
          </a:p>
          <a:p>
            <a:pPr indent="-317500" lvl="0" marL="457200" rtl="0" algn="l">
              <a:spcBef>
                <a:spcPts val="1200"/>
              </a:spcBef>
              <a:spcAft>
                <a:spcPts val="0"/>
              </a:spcAft>
              <a:buSzPts val="1400"/>
              <a:buChar char="●"/>
            </a:pPr>
            <a:r>
              <a:rPr lang="es-419"/>
              <a:t>"Síntesis de múltiples fuentes de información a lo largo del tiempo"</a:t>
            </a:r>
            <a:endParaRPr/>
          </a:p>
          <a:p>
            <a:pPr indent="-317500" lvl="0" marL="457200" rtl="0" algn="l">
              <a:spcBef>
                <a:spcPts val="0"/>
              </a:spcBef>
              <a:spcAft>
                <a:spcPts val="0"/>
              </a:spcAft>
              <a:buSzPts val="1400"/>
              <a:buChar char="●"/>
            </a:pPr>
            <a:r>
              <a:rPr lang="es-419"/>
              <a:t>"Organización y procesamiento para transmitir comprensión, experiencia, y aprendizaje acumulado"</a:t>
            </a:r>
            <a:endParaRPr/>
          </a:p>
          <a:p>
            <a:pPr indent="-317500" lvl="0" marL="457200" rtl="0" algn="l">
              <a:spcBef>
                <a:spcPts val="0"/>
              </a:spcBef>
              <a:spcAft>
                <a:spcPts val="0"/>
              </a:spcAft>
              <a:buSzPts val="1400"/>
              <a:buChar char="●"/>
            </a:pPr>
            <a:r>
              <a:rPr lang="es-419"/>
              <a:t>“Una estructura mental"</a:t>
            </a:r>
            <a:endParaRPr/>
          </a:p>
          <a:p>
            <a:pPr indent="-317500" lvl="0" marL="457200" rtl="0" algn="l">
              <a:spcBef>
                <a:spcPts val="0"/>
              </a:spcBef>
              <a:spcAft>
                <a:spcPts val="0"/>
              </a:spcAft>
              <a:buSzPts val="1400"/>
              <a:buChar char="●"/>
            </a:pPr>
            <a:r>
              <a:rPr lang="es-419"/>
              <a:t>"El resultado de alguien que refina la información, seleccionando y organizando lo que es útil para alguien".</a:t>
            </a:r>
            <a:endParaRPr/>
          </a:p>
        </p:txBody>
      </p:sp>
      <p:sp>
        <p:nvSpPr>
          <p:cNvPr id="447" name="Google Shape;447;p36"/>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1" name="Shape 451"/>
        <p:cNvGrpSpPr/>
        <p:nvPr/>
      </p:nvGrpSpPr>
      <p:grpSpPr>
        <a:xfrm>
          <a:off x="0" y="0"/>
          <a:ext cx="0" cy="0"/>
          <a:chOff x="0" y="0"/>
          <a:chExt cx="0" cy="0"/>
        </a:xfrm>
      </p:grpSpPr>
      <p:sp>
        <p:nvSpPr>
          <p:cNvPr id="452" name="Google Shape;452;p37"/>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2000">
              <a:solidFill>
                <a:schemeClr val="accent2"/>
              </a:solidFill>
            </a:endParaRPr>
          </a:p>
          <a:p>
            <a:pPr indent="0" lvl="0" marL="0" rtl="0" algn="l">
              <a:spcBef>
                <a:spcPts val="0"/>
              </a:spcBef>
              <a:spcAft>
                <a:spcPts val="0"/>
              </a:spcAft>
              <a:buNone/>
            </a:pPr>
            <a:r>
              <a:rPr lang="es-419" sz="2000">
                <a:solidFill>
                  <a:schemeClr val="accent2"/>
                </a:solidFill>
              </a:rPr>
              <a:t>Conocimiento procedimental</a:t>
            </a:r>
            <a:endParaRPr sz="2000">
              <a:solidFill>
                <a:schemeClr val="accent2"/>
              </a:solidFill>
            </a:endParaRPr>
          </a:p>
        </p:txBody>
      </p:sp>
      <p:sp>
        <p:nvSpPr>
          <p:cNvPr id="453" name="Google Shape;453;p37"/>
          <p:cNvSpPr txBox="1"/>
          <p:nvPr>
            <p:ph idx="1" type="body"/>
          </p:nvPr>
        </p:nvSpPr>
        <p:spPr>
          <a:xfrm>
            <a:off x="1303800" y="1990050"/>
            <a:ext cx="70305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E</a:t>
            </a:r>
            <a:r>
              <a:rPr lang="es-419"/>
              <a:t>l </a:t>
            </a:r>
            <a:r>
              <a:rPr b="1" lang="es-419"/>
              <a:t>conocimiento</a:t>
            </a:r>
            <a:r>
              <a:rPr lang="es-419"/>
              <a:t> es "saber hacer" (i.e., conocimiento procedimental), y también "saber quién" y "saber cuándo", cada uno obtenido a través de la experiencia práctica.</a:t>
            </a:r>
            <a:endParaRPr/>
          </a:p>
          <a:p>
            <a:pPr indent="0" lvl="0" marL="0" rtl="0" algn="l">
              <a:spcBef>
                <a:spcPts val="1200"/>
              </a:spcBef>
              <a:spcAft>
                <a:spcPts val="0"/>
              </a:spcAft>
              <a:buNone/>
            </a:pPr>
            <a:r>
              <a:rPr lang="es-419"/>
              <a:t>El </a:t>
            </a:r>
            <a:r>
              <a:rPr b="1" lang="es-419"/>
              <a:t>conocimiento</a:t>
            </a:r>
            <a:r>
              <a:rPr lang="es-419"/>
              <a:t> produce a partir del trasfondo de la experiencia un conjunto coherente y autoconsistente de acciones coordinadas. Es acción, no una descripción de la acción.</a:t>
            </a:r>
            <a:endParaRPr/>
          </a:p>
          <a:p>
            <a:pPr indent="0" lvl="0" marL="0" rtl="0" algn="l">
              <a:spcBef>
                <a:spcPts val="1200"/>
              </a:spcBef>
              <a:spcAft>
                <a:spcPts val="1200"/>
              </a:spcAft>
              <a:buNone/>
            </a:pPr>
            <a:r>
              <a:rPr lang="es-419"/>
              <a:t>Es </a:t>
            </a:r>
            <a:r>
              <a:rPr lang="es-419"/>
              <a:t>la aplicación de </a:t>
            </a:r>
            <a:r>
              <a:rPr b="1" lang="es-419">
                <a:solidFill>
                  <a:schemeClr val="accent5"/>
                </a:solidFill>
              </a:rPr>
              <a:t>datos </a:t>
            </a:r>
            <a:r>
              <a:rPr lang="es-419"/>
              <a:t>e </a:t>
            </a:r>
            <a:r>
              <a:rPr b="1" lang="es-419">
                <a:solidFill>
                  <a:schemeClr val="accent5"/>
                </a:solidFill>
              </a:rPr>
              <a:t>información</a:t>
            </a:r>
            <a:r>
              <a:rPr lang="es-419"/>
              <a:t>, que responde preguntas de 'cómo', es decir, “saber hacer".</a:t>
            </a:r>
            <a:endParaRPr/>
          </a:p>
        </p:txBody>
      </p:sp>
      <p:sp>
        <p:nvSpPr>
          <p:cNvPr id="454" name="Google Shape;454;p37"/>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8" name="Shape 458"/>
        <p:cNvGrpSpPr/>
        <p:nvPr/>
      </p:nvGrpSpPr>
      <p:grpSpPr>
        <a:xfrm>
          <a:off x="0" y="0"/>
          <a:ext cx="0" cy="0"/>
          <a:chOff x="0" y="0"/>
          <a:chExt cx="0" cy="0"/>
        </a:xfrm>
      </p:grpSpPr>
      <p:sp>
        <p:nvSpPr>
          <p:cNvPr id="459" name="Google Shape;459;p38"/>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2000">
              <a:solidFill>
                <a:schemeClr val="accent2"/>
              </a:solidFill>
            </a:endParaRPr>
          </a:p>
          <a:p>
            <a:pPr indent="0" lvl="0" marL="0" rtl="0" algn="l">
              <a:spcBef>
                <a:spcPts val="0"/>
              </a:spcBef>
              <a:spcAft>
                <a:spcPts val="0"/>
              </a:spcAft>
              <a:buNone/>
            </a:pPr>
            <a:r>
              <a:rPr lang="es-419" sz="2000">
                <a:solidFill>
                  <a:schemeClr val="accent2"/>
                </a:solidFill>
              </a:rPr>
              <a:t>Conocimiento proposicional</a:t>
            </a:r>
            <a:endParaRPr sz="2000">
              <a:solidFill>
                <a:schemeClr val="accent2"/>
              </a:solidFill>
            </a:endParaRPr>
          </a:p>
        </p:txBody>
      </p:sp>
      <p:sp>
        <p:nvSpPr>
          <p:cNvPr id="460" name="Google Shape;460;p38"/>
          <p:cNvSpPr txBox="1"/>
          <p:nvPr>
            <p:ph idx="1" type="body"/>
          </p:nvPr>
        </p:nvSpPr>
        <p:spPr>
          <a:xfrm>
            <a:off x="1303800" y="1990050"/>
            <a:ext cx="70305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El </a:t>
            </a:r>
            <a:r>
              <a:rPr b="1" lang="es-419"/>
              <a:t>conocimiento</a:t>
            </a:r>
            <a:r>
              <a:rPr lang="es-419"/>
              <a:t> a veces se describe como la estructuración de creencias e internalización con referencia a marcos cognitivos. </a:t>
            </a:r>
            <a:endParaRPr/>
          </a:p>
          <a:p>
            <a:pPr indent="0" lvl="0" marL="0" rtl="0" algn="l">
              <a:spcBef>
                <a:spcPts val="1200"/>
              </a:spcBef>
              <a:spcAft>
                <a:spcPts val="0"/>
              </a:spcAft>
              <a:buNone/>
            </a:pPr>
            <a:r>
              <a:rPr lang="es-419"/>
              <a:t>Además, puede describirse en términos proposicionales, como creencias justificables</a:t>
            </a:r>
            <a:r>
              <a:rPr lang="es-419"/>
              <a:t> (dominio subjetivo: conocimiento tácito) </a:t>
            </a:r>
            <a:r>
              <a:rPr lang="es-419"/>
              <a:t>y también como signos que representan tales creencias (dominio universal/colectivo: conocimiento explícito). </a:t>
            </a:r>
            <a:endParaRPr/>
          </a:p>
          <a:p>
            <a:pPr indent="0" lvl="0" marL="0" rtl="0" algn="l">
              <a:spcBef>
                <a:spcPts val="1200"/>
              </a:spcBef>
              <a:spcAft>
                <a:spcPts val="1200"/>
              </a:spcAft>
              <a:buNone/>
            </a:pPr>
            <a:r>
              <a:rPr lang="es-419"/>
              <a:t>En el dominio subjetivo, el </a:t>
            </a:r>
            <a:r>
              <a:rPr b="1" lang="es-419"/>
              <a:t>conocimiento</a:t>
            </a:r>
            <a:r>
              <a:rPr lang="es-419"/>
              <a:t> es un pensamiento en la mente del individuo, que se caracteriza por la creencia justificable del individuo de que es verdadero.</a:t>
            </a:r>
            <a:endParaRPr/>
          </a:p>
        </p:txBody>
      </p:sp>
      <p:sp>
        <p:nvSpPr>
          <p:cNvPr id="461" name="Google Shape;461;p38"/>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5" name="Shape 465"/>
        <p:cNvGrpSpPr/>
        <p:nvPr/>
      </p:nvGrpSpPr>
      <p:grpSpPr>
        <a:xfrm>
          <a:off x="0" y="0"/>
          <a:ext cx="0" cy="0"/>
          <a:chOff x="0" y="0"/>
          <a:chExt cx="0" cy="0"/>
        </a:xfrm>
      </p:grpSpPr>
      <p:sp>
        <p:nvSpPr>
          <p:cNvPr id="466" name="Google Shape;466;p39"/>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2000">
              <a:solidFill>
                <a:schemeClr val="accent2"/>
              </a:solidFill>
            </a:endParaRPr>
          </a:p>
          <a:p>
            <a:pPr indent="0" lvl="0" marL="0" rtl="0" algn="l">
              <a:spcBef>
                <a:spcPts val="0"/>
              </a:spcBef>
              <a:spcAft>
                <a:spcPts val="0"/>
              </a:spcAft>
              <a:buNone/>
            </a:pPr>
            <a:r>
              <a:rPr lang="es-419" sz="2000">
                <a:solidFill>
                  <a:schemeClr val="accent2"/>
                </a:solidFill>
              </a:rPr>
              <a:t>Conocimiento proposicional</a:t>
            </a:r>
            <a:endParaRPr sz="2000">
              <a:solidFill>
                <a:schemeClr val="accent2"/>
              </a:solidFill>
            </a:endParaRPr>
          </a:p>
        </p:txBody>
      </p:sp>
      <p:sp>
        <p:nvSpPr>
          <p:cNvPr id="467" name="Google Shape;467;p39"/>
          <p:cNvSpPr txBox="1"/>
          <p:nvPr>
            <p:ph idx="1" type="body"/>
          </p:nvPr>
        </p:nvSpPr>
        <p:spPr>
          <a:xfrm>
            <a:off x="1303800" y="1990050"/>
            <a:ext cx="70305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Puede ser empírico y no empírico, como en el caso del </a:t>
            </a:r>
            <a:r>
              <a:rPr b="1" lang="es-419"/>
              <a:t>conocimiento</a:t>
            </a:r>
            <a:r>
              <a:rPr lang="es-419"/>
              <a:t> lógico y matemático (e.g., todo triángulo tiene tres lados), el </a:t>
            </a:r>
            <a:r>
              <a:rPr b="1" lang="es-419"/>
              <a:t>conocimiento</a:t>
            </a:r>
            <a:r>
              <a:rPr lang="es-419"/>
              <a:t> religioso ("Dios existe"), el </a:t>
            </a:r>
            <a:r>
              <a:rPr b="1" lang="es-419"/>
              <a:t>conocimiento</a:t>
            </a:r>
            <a:r>
              <a:rPr lang="es-419"/>
              <a:t> filosófico ("Cogito ergo sum"), y similares. </a:t>
            </a:r>
            <a:endParaRPr/>
          </a:p>
          <a:p>
            <a:pPr indent="0" lvl="0" marL="0" rtl="0" algn="l">
              <a:spcBef>
                <a:spcPts val="1200"/>
              </a:spcBef>
              <a:spcAft>
                <a:spcPts val="0"/>
              </a:spcAft>
              <a:buNone/>
            </a:pPr>
            <a:r>
              <a:rPr b="1" lang="es-419">
                <a:solidFill>
                  <a:srgbClr val="4A86E8"/>
                </a:solidFill>
              </a:rPr>
              <a:t>Saber</a:t>
            </a:r>
            <a:r>
              <a:rPr lang="es-419"/>
              <a:t> es un estado mental que se caracteriza por tres condiciones: (i) el individuo cree que es verdad, (ii) puede justificarlo, y (iii) es verdad, o parece ser verdad.</a:t>
            </a:r>
            <a:endParaRPr/>
          </a:p>
          <a:p>
            <a:pPr indent="0" lvl="0" marL="0" rtl="0" algn="l">
              <a:spcBef>
                <a:spcPts val="1200"/>
              </a:spcBef>
              <a:spcAft>
                <a:spcPts val="1200"/>
              </a:spcAft>
              <a:buNone/>
            </a:pPr>
            <a:r>
              <a:rPr lang="es-419"/>
              <a:t>La distinción entre </a:t>
            </a:r>
            <a:r>
              <a:rPr b="1" lang="es-419"/>
              <a:t>conocimiento</a:t>
            </a:r>
            <a:r>
              <a:rPr lang="es-419"/>
              <a:t> subjetivo e </a:t>
            </a:r>
            <a:r>
              <a:rPr b="1" lang="es-419">
                <a:solidFill>
                  <a:schemeClr val="accent5"/>
                </a:solidFill>
              </a:rPr>
              <a:t>información </a:t>
            </a:r>
            <a:r>
              <a:rPr lang="es-419"/>
              <a:t>subjetiva es que el primero se caracteriza por una creencia justificable, mientras que la segunda, es un tipo de </a:t>
            </a:r>
            <a:r>
              <a:rPr b="1" lang="es-419"/>
              <a:t>conocimiento</a:t>
            </a:r>
            <a:r>
              <a:rPr lang="es-419"/>
              <a:t> sobre el significado de los datos.</a:t>
            </a:r>
            <a:endParaRPr/>
          </a:p>
        </p:txBody>
      </p:sp>
      <p:sp>
        <p:nvSpPr>
          <p:cNvPr id="468" name="Google Shape;468;p39"/>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p40"/>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Sabiduría</a:t>
            </a:r>
            <a:endParaRPr/>
          </a:p>
        </p:txBody>
      </p:sp>
      <p:sp>
        <p:nvSpPr>
          <p:cNvPr id="474" name="Google Shape;474;p40"/>
          <p:cNvSpPr txBox="1"/>
          <p:nvPr>
            <p:ph idx="1" type="body"/>
          </p:nvPr>
        </p:nvSpPr>
        <p:spPr>
          <a:xfrm>
            <a:off x="1303800" y="1990050"/>
            <a:ext cx="70305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La sabiduría es la parte superior de la pirámide y para llegar allí, se deben responder preguntas como ¿</a:t>
            </a:r>
            <a:r>
              <a:rPr lang="es-419"/>
              <a:t>p</a:t>
            </a:r>
            <a:r>
              <a:rPr lang="es-419"/>
              <a:t>or qué hacer algo? y ¿qué es lo mejor?. En otras palabras, la </a:t>
            </a:r>
            <a:r>
              <a:rPr b="1" lang="es-419"/>
              <a:t>sabiduría</a:t>
            </a:r>
            <a:r>
              <a:rPr lang="es-419"/>
              <a:t> es conocimiento aplicado en acciones.</a:t>
            </a:r>
            <a:endParaRPr/>
          </a:p>
          <a:p>
            <a:pPr indent="0" lvl="0" marL="0" rtl="0" algn="l">
              <a:spcBef>
                <a:spcPts val="1200"/>
              </a:spcBef>
              <a:spcAft>
                <a:spcPts val="0"/>
              </a:spcAft>
              <a:buNone/>
            </a:pPr>
            <a:r>
              <a:rPr lang="es-419"/>
              <a:t>También se puede decir que, si los </a:t>
            </a:r>
            <a:r>
              <a:rPr b="1" lang="es-419">
                <a:solidFill>
                  <a:schemeClr val="accent5"/>
                </a:solidFill>
              </a:rPr>
              <a:t>datos</a:t>
            </a:r>
            <a:r>
              <a:rPr lang="es-419"/>
              <a:t> y la </a:t>
            </a:r>
            <a:r>
              <a:rPr b="1" lang="es-419">
                <a:solidFill>
                  <a:schemeClr val="accent5"/>
                </a:solidFill>
              </a:rPr>
              <a:t>información</a:t>
            </a:r>
            <a:r>
              <a:rPr lang="es-419"/>
              <a:t> son una mirada al pasado, el </a:t>
            </a:r>
            <a:r>
              <a:rPr b="1" lang="es-419">
                <a:solidFill>
                  <a:schemeClr val="accent5"/>
                </a:solidFill>
              </a:rPr>
              <a:t>conocimiento</a:t>
            </a:r>
            <a:r>
              <a:rPr lang="es-419"/>
              <a:t> y la </a:t>
            </a:r>
            <a:r>
              <a:rPr b="1" lang="es-419"/>
              <a:t>sabiduría</a:t>
            </a:r>
            <a:r>
              <a:rPr lang="es-419"/>
              <a:t> están asociados a lo que hacemos ahora y lo que se quiere lograr en el futuro.</a:t>
            </a:r>
            <a:endParaRPr/>
          </a:p>
          <a:p>
            <a:pPr indent="0" lvl="0" marL="0" rtl="0" algn="l">
              <a:spcBef>
                <a:spcPts val="1200"/>
              </a:spcBef>
              <a:spcAft>
                <a:spcPts val="1200"/>
              </a:spcAft>
              <a:buNone/>
            </a:pPr>
            <a:r>
              <a:t/>
            </a:r>
            <a:endParaRPr/>
          </a:p>
        </p:txBody>
      </p:sp>
      <p:pic>
        <p:nvPicPr>
          <p:cNvPr id="475" name="Google Shape;475;p40"/>
          <p:cNvPicPr preferRelativeResize="0"/>
          <p:nvPr/>
        </p:nvPicPr>
        <p:blipFill>
          <a:blip r:embed="rId3">
            <a:alphaModFix/>
          </a:blip>
          <a:stretch>
            <a:fillRect/>
          </a:stretch>
        </p:blipFill>
        <p:spPr>
          <a:xfrm>
            <a:off x="5835175" y="558225"/>
            <a:ext cx="2499120" cy="1080000"/>
          </a:xfrm>
          <a:prstGeom prst="rect">
            <a:avLst/>
          </a:prstGeom>
          <a:noFill/>
          <a:ln>
            <a:noFill/>
          </a:ln>
        </p:spPr>
      </p:pic>
      <p:sp>
        <p:nvSpPr>
          <p:cNvPr id="476" name="Google Shape;476;p40"/>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0" name="Shape 480"/>
        <p:cNvGrpSpPr/>
        <p:nvPr/>
      </p:nvGrpSpPr>
      <p:grpSpPr>
        <a:xfrm>
          <a:off x="0" y="0"/>
          <a:ext cx="0" cy="0"/>
          <a:chOff x="0" y="0"/>
          <a:chExt cx="0" cy="0"/>
        </a:xfrm>
      </p:grpSpPr>
      <p:sp>
        <p:nvSpPr>
          <p:cNvPr id="481" name="Google Shape;481;p41"/>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2000">
              <a:solidFill>
                <a:schemeClr val="accent2"/>
              </a:solidFill>
            </a:endParaRPr>
          </a:p>
          <a:p>
            <a:pPr indent="0" lvl="0" marL="0" rtl="0" algn="l">
              <a:spcBef>
                <a:spcPts val="0"/>
              </a:spcBef>
              <a:spcAft>
                <a:spcPts val="0"/>
              </a:spcAft>
              <a:buNone/>
            </a:pPr>
            <a:r>
              <a:rPr lang="es-419" sz="2000">
                <a:solidFill>
                  <a:schemeClr val="accent2"/>
                </a:solidFill>
              </a:rPr>
              <a:t>Comprensión vs. sabiduría</a:t>
            </a:r>
            <a:endParaRPr sz="2000">
              <a:solidFill>
                <a:schemeClr val="accent2"/>
              </a:solidFill>
            </a:endParaRPr>
          </a:p>
        </p:txBody>
      </p:sp>
      <p:sp>
        <p:nvSpPr>
          <p:cNvPr id="482" name="Google Shape;482;p41"/>
          <p:cNvSpPr txBox="1"/>
          <p:nvPr>
            <p:ph idx="1" type="body"/>
          </p:nvPr>
        </p:nvSpPr>
        <p:spPr>
          <a:xfrm>
            <a:off x="1303800" y="1990050"/>
            <a:ext cx="7030500" cy="25416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s-419"/>
              <a:t>L</a:t>
            </a:r>
            <a:r>
              <a:rPr lang="es-419"/>
              <a:t>a comprensión es una "apreciación del por qué", mientras que la </a:t>
            </a:r>
            <a:r>
              <a:rPr b="1" lang="es-419"/>
              <a:t>sabiduría</a:t>
            </a:r>
            <a:r>
              <a:rPr lang="es-419"/>
              <a:t> es la "comprensión evaluada". </a:t>
            </a:r>
            <a:endParaRPr/>
          </a:p>
          <a:p>
            <a:pPr indent="0" lvl="0" marL="0" rtl="0" algn="l">
              <a:spcBef>
                <a:spcPts val="1200"/>
              </a:spcBef>
              <a:spcAft>
                <a:spcPts val="0"/>
              </a:spcAft>
              <a:buNone/>
            </a:pPr>
            <a:r>
              <a:rPr lang="es-419"/>
              <a:t>La comprensión se postula como una capa entre el </a:t>
            </a:r>
            <a:r>
              <a:rPr b="1" lang="es-419">
                <a:solidFill>
                  <a:schemeClr val="accent5"/>
                </a:solidFill>
              </a:rPr>
              <a:t>conocimiento</a:t>
            </a:r>
            <a:r>
              <a:rPr lang="es-419"/>
              <a:t> y la </a:t>
            </a:r>
            <a:r>
              <a:rPr b="1" lang="es-419"/>
              <a:t>sabiduría</a:t>
            </a:r>
            <a:r>
              <a:rPr lang="es-419"/>
              <a:t>. </a:t>
            </a:r>
            <a:br>
              <a:rPr lang="es-419"/>
            </a:br>
            <a:r>
              <a:rPr lang="es-419"/>
              <a:t>Otras definiciones de sabiduría incluyen: </a:t>
            </a:r>
            <a:endParaRPr/>
          </a:p>
          <a:p>
            <a:pPr indent="-317500" lvl="0" marL="457200" rtl="0" algn="l">
              <a:spcBef>
                <a:spcPts val="1200"/>
              </a:spcBef>
              <a:spcAft>
                <a:spcPts val="0"/>
              </a:spcAft>
              <a:buSzPts val="1400"/>
              <a:buChar char="●"/>
            </a:pPr>
            <a:r>
              <a:rPr lang="es-419"/>
              <a:t>"Saber las cosas correctas que se deben hacer"</a:t>
            </a:r>
            <a:endParaRPr/>
          </a:p>
          <a:p>
            <a:pPr indent="-317500" lvl="0" marL="457200" rtl="0" algn="l">
              <a:spcBef>
                <a:spcPts val="0"/>
              </a:spcBef>
              <a:spcAft>
                <a:spcPts val="0"/>
              </a:spcAft>
              <a:buSzPts val="1400"/>
              <a:buChar char="●"/>
            </a:pPr>
            <a:r>
              <a:rPr lang="es-419"/>
              <a:t>"La capacidad de emitir juicios y decisiones sensatos aparentemente sin pensar". </a:t>
            </a:r>
            <a:endParaRPr/>
          </a:p>
          <a:p>
            <a:pPr indent="0" lvl="0" marL="0" rtl="0" algn="l">
              <a:spcBef>
                <a:spcPts val="1200"/>
              </a:spcBef>
              <a:spcAft>
                <a:spcPts val="1200"/>
              </a:spcAft>
              <a:buNone/>
            </a:pPr>
            <a:r>
              <a:rPr lang="es-419"/>
              <a:t>La </a:t>
            </a:r>
            <a:r>
              <a:rPr b="1" lang="es-419"/>
              <a:t>sabiduría</a:t>
            </a:r>
            <a:r>
              <a:rPr lang="es-419"/>
              <a:t> implica usar el </a:t>
            </a:r>
            <a:r>
              <a:rPr b="1" lang="es-419">
                <a:solidFill>
                  <a:schemeClr val="accent5"/>
                </a:solidFill>
              </a:rPr>
              <a:t>conocimiento</a:t>
            </a:r>
            <a:r>
              <a:rPr lang="es-419"/>
              <a:t> para el bien mayor. Debido a esto, la </a:t>
            </a:r>
            <a:r>
              <a:rPr b="1" lang="es-419"/>
              <a:t>sabiduría</a:t>
            </a:r>
            <a:r>
              <a:rPr lang="es-419"/>
              <a:t> es más profunda y más singularmente humana. Requiere un sentido de lo bueno y lo malo, lo correcto y lo incorrecto, lo ético y lo no ético.</a:t>
            </a:r>
            <a:endParaRPr/>
          </a:p>
        </p:txBody>
      </p:sp>
      <p:sp>
        <p:nvSpPr>
          <p:cNvPr id="483" name="Google Shape;483;p41"/>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42"/>
          <p:cNvSpPr txBox="1"/>
          <p:nvPr>
            <p:ph idx="1" type="body"/>
          </p:nvPr>
        </p:nvSpPr>
        <p:spPr>
          <a:xfrm>
            <a:off x="1303800" y="4138975"/>
            <a:ext cx="5843100" cy="534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Relaciones conceptuales in DIKW</a:t>
            </a:r>
            <a:endParaRPr/>
          </a:p>
        </p:txBody>
      </p:sp>
      <p:pic>
        <p:nvPicPr>
          <p:cNvPr id="489" name="Google Shape;489;p42"/>
          <p:cNvPicPr preferRelativeResize="0"/>
          <p:nvPr/>
        </p:nvPicPr>
        <p:blipFill rotWithShape="1">
          <a:blip r:embed="rId3">
            <a:alphaModFix/>
          </a:blip>
          <a:srcRect b="7004" l="3552" r="11650" t="13580"/>
          <a:stretch/>
        </p:blipFill>
        <p:spPr>
          <a:xfrm>
            <a:off x="1838375" y="962450"/>
            <a:ext cx="5467234" cy="2880000"/>
          </a:xfrm>
          <a:prstGeom prst="rect">
            <a:avLst/>
          </a:prstGeom>
          <a:noFill/>
          <a:ln>
            <a:noFill/>
          </a:ln>
        </p:spPr>
      </p:pic>
      <p:sp>
        <p:nvSpPr>
          <p:cNvPr id="490" name="Google Shape;490;p4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4" name="Shape 494"/>
        <p:cNvGrpSpPr/>
        <p:nvPr/>
      </p:nvGrpSpPr>
      <p:grpSpPr>
        <a:xfrm>
          <a:off x="0" y="0"/>
          <a:ext cx="0" cy="0"/>
          <a:chOff x="0" y="0"/>
          <a:chExt cx="0" cy="0"/>
        </a:xfrm>
      </p:grpSpPr>
      <p:pic>
        <p:nvPicPr>
          <p:cNvPr id="495" name="Google Shape;495;p43"/>
          <p:cNvPicPr preferRelativeResize="0"/>
          <p:nvPr/>
        </p:nvPicPr>
        <p:blipFill>
          <a:blip r:embed="rId3">
            <a:alphaModFix amt="70000"/>
          </a:blip>
          <a:stretch>
            <a:fillRect/>
          </a:stretch>
        </p:blipFill>
        <p:spPr>
          <a:xfrm>
            <a:off x="539575" y="2093619"/>
            <a:ext cx="3274950" cy="1463956"/>
          </a:xfrm>
          <a:prstGeom prst="rect">
            <a:avLst/>
          </a:prstGeom>
          <a:noFill/>
          <a:ln>
            <a:noFill/>
          </a:ln>
        </p:spPr>
      </p:pic>
      <p:sp>
        <p:nvSpPr>
          <p:cNvPr id="496" name="Google Shape;496;p43"/>
          <p:cNvSpPr/>
          <p:nvPr/>
        </p:nvSpPr>
        <p:spPr>
          <a:xfrm>
            <a:off x="4193250" y="2621150"/>
            <a:ext cx="757500" cy="408900"/>
          </a:xfrm>
          <a:prstGeom prst="rightArrow">
            <a:avLst>
              <a:gd fmla="val 50000" name="adj1"/>
              <a:gd fmla="val 50000" name="adj2"/>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97" name="Google Shape;497;p43"/>
          <p:cNvPicPr preferRelativeResize="0"/>
          <p:nvPr/>
        </p:nvPicPr>
        <p:blipFill rotWithShape="1">
          <a:blip r:embed="rId4">
            <a:alphaModFix/>
          </a:blip>
          <a:srcRect b="7800" l="6227" r="6922" t="8685"/>
          <a:stretch/>
        </p:blipFill>
        <p:spPr>
          <a:xfrm>
            <a:off x="5329475" y="2069772"/>
            <a:ext cx="3274950" cy="1511650"/>
          </a:xfrm>
          <a:prstGeom prst="rect">
            <a:avLst/>
          </a:prstGeom>
          <a:noFill/>
          <a:ln>
            <a:noFill/>
          </a:ln>
        </p:spPr>
      </p:pic>
      <p:sp>
        <p:nvSpPr>
          <p:cNvPr id="498" name="Google Shape;498;p43"/>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¿Cómo hacerlo?</a:t>
            </a:r>
            <a:endParaRPr/>
          </a:p>
        </p:txBody>
      </p:sp>
      <p:sp>
        <p:nvSpPr>
          <p:cNvPr id="499" name="Google Shape;499;p43"/>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3" name="Shape 503"/>
        <p:cNvGrpSpPr/>
        <p:nvPr/>
      </p:nvGrpSpPr>
      <p:grpSpPr>
        <a:xfrm>
          <a:off x="0" y="0"/>
          <a:ext cx="0" cy="0"/>
          <a:chOff x="0" y="0"/>
          <a:chExt cx="0" cy="0"/>
        </a:xfrm>
      </p:grpSpPr>
      <p:sp>
        <p:nvSpPr>
          <p:cNvPr id="504" name="Google Shape;504;p44"/>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Niveles de datos</a:t>
            </a:r>
            <a:endParaRPr/>
          </a:p>
        </p:txBody>
      </p:sp>
      <p:sp>
        <p:nvSpPr>
          <p:cNvPr id="505" name="Google Shape;505;p44"/>
          <p:cNvSpPr/>
          <p:nvPr/>
        </p:nvSpPr>
        <p:spPr>
          <a:xfrm>
            <a:off x="3993450" y="2469450"/>
            <a:ext cx="1157100" cy="705600"/>
          </a:xfrm>
          <a:prstGeom prst="rect">
            <a:avLst/>
          </a:pr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419" sz="1200"/>
              <a:t>Sensor</a:t>
            </a:r>
            <a:endParaRPr sz="1200"/>
          </a:p>
        </p:txBody>
      </p:sp>
      <p:sp>
        <p:nvSpPr>
          <p:cNvPr id="506" name="Google Shape;506;p44"/>
          <p:cNvSpPr/>
          <p:nvPr/>
        </p:nvSpPr>
        <p:spPr>
          <a:xfrm rot="5400000">
            <a:off x="2725300" y="2425575"/>
            <a:ext cx="155100" cy="3397200"/>
          </a:xfrm>
          <a:prstGeom prst="rightBrace">
            <a:avLst>
              <a:gd fmla="val 50000" name="adj1"/>
              <a:gd fmla="val 50000"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 name="Google Shape;507;p44"/>
          <p:cNvSpPr/>
          <p:nvPr/>
        </p:nvSpPr>
        <p:spPr>
          <a:xfrm rot="5400000">
            <a:off x="6122500" y="2425575"/>
            <a:ext cx="155100" cy="3397200"/>
          </a:xfrm>
          <a:prstGeom prst="rightBrace">
            <a:avLst>
              <a:gd fmla="val 50000" name="adj1"/>
              <a:gd fmla="val 50000"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 name="Google Shape;508;p44"/>
          <p:cNvSpPr txBox="1"/>
          <p:nvPr/>
        </p:nvSpPr>
        <p:spPr>
          <a:xfrm>
            <a:off x="1104250" y="4325075"/>
            <a:ext cx="33972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419">
                <a:latin typeface="Nunito"/>
                <a:ea typeface="Nunito"/>
                <a:cs typeface="Nunito"/>
                <a:sym typeface="Nunito"/>
              </a:rPr>
              <a:t>Sensing</a:t>
            </a:r>
            <a:endParaRPr>
              <a:latin typeface="Nunito"/>
              <a:ea typeface="Nunito"/>
              <a:cs typeface="Nunito"/>
              <a:sym typeface="Nunito"/>
            </a:endParaRPr>
          </a:p>
        </p:txBody>
      </p:sp>
      <p:sp>
        <p:nvSpPr>
          <p:cNvPr id="509" name="Google Shape;509;p44"/>
          <p:cNvSpPr txBox="1"/>
          <p:nvPr/>
        </p:nvSpPr>
        <p:spPr>
          <a:xfrm>
            <a:off x="4501450" y="4325075"/>
            <a:ext cx="33972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419">
                <a:latin typeface="Nunito"/>
                <a:ea typeface="Nunito"/>
                <a:cs typeface="Nunito"/>
                <a:sym typeface="Nunito"/>
              </a:rPr>
              <a:t>Processing, analysis, modeling</a:t>
            </a:r>
            <a:endParaRPr>
              <a:latin typeface="Nunito"/>
              <a:ea typeface="Nunito"/>
              <a:cs typeface="Nunito"/>
              <a:sym typeface="Nunito"/>
            </a:endParaRPr>
          </a:p>
          <a:p>
            <a:pPr indent="0" lvl="0" marL="0" rtl="0" algn="ctr">
              <a:spcBef>
                <a:spcPts val="0"/>
              </a:spcBef>
              <a:spcAft>
                <a:spcPts val="0"/>
              </a:spcAft>
              <a:buNone/>
            </a:pPr>
            <a:r>
              <a:rPr lang="es-419">
                <a:latin typeface="Nunito"/>
                <a:ea typeface="Nunito"/>
                <a:cs typeface="Nunito"/>
                <a:sym typeface="Nunito"/>
              </a:rPr>
              <a:t>(data science)</a:t>
            </a:r>
            <a:endParaRPr>
              <a:latin typeface="Nunito"/>
              <a:ea typeface="Nunito"/>
              <a:cs typeface="Nunito"/>
              <a:sym typeface="Nunito"/>
            </a:endParaRPr>
          </a:p>
        </p:txBody>
      </p:sp>
      <p:pic>
        <p:nvPicPr>
          <p:cNvPr id="510" name="Google Shape;510;p44"/>
          <p:cNvPicPr preferRelativeResize="0"/>
          <p:nvPr/>
        </p:nvPicPr>
        <p:blipFill>
          <a:blip r:embed="rId3">
            <a:alphaModFix/>
          </a:blip>
          <a:stretch>
            <a:fillRect/>
          </a:stretch>
        </p:blipFill>
        <p:spPr>
          <a:xfrm>
            <a:off x="727307" y="2181702"/>
            <a:ext cx="2828343" cy="1281075"/>
          </a:xfrm>
          <a:prstGeom prst="rect">
            <a:avLst/>
          </a:prstGeom>
          <a:noFill/>
          <a:ln>
            <a:noFill/>
          </a:ln>
        </p:spPr>
      </p:pic>
      <p:pic>
        <p:nvPicPr>
          <p:cNvPr id="511" name="Google Shape;511;p44"/>
          <p:cNvPicPr preferRelativeResize="0"/>
          <p:nvPr/>
        </p:nvPicPr>
        <p:blipFill>
          <a:blip r:embed="rId4">
            <a:alphaModFix/>
          </a:blip>
          <a:stretch>
            <a:fillRect/>
          </a:stretch>
        </p:blipFill>
        <p:spPr>
          <a:xfrm rot="-5400000">
            <a:off x="3609918" y="2673055"/>
            <a:ext cx="329251" cy="298376"/>
          </a:xfrm>
          <a:prstGeom prst="rect">
            <a:avLst/>
          </a:prstGeom>
          <a:noFill/>
          <a:ln>
            <a:noFill/>
          </a:ln>
        </p:spPr>
      </p:pic>
      <p:cxnSp>
        <p:nvCxnSpPr>
          <p:cNvPr id="512" name="Google Shape;512;p44"/>
          <p:cNvCxnSpPr>
            <a:stCxn id="505" idx="3"/>
          </p:cNvCxnSpPr>
          <p:nvPr/>
        </p:nvCxnSpPr>
        <p:spPr>
          <a:xfrm flipH="1" rot="10800000">
            <a:off x="5150550" y="1897950"/>
            <a:ext cx="924300" cy="924300"/>
          </a:xfrm>
          <a:prstGeom prst="straightConnector1">
            <a:avLst/>
          </a:prstGeom>
          <a:noFill/>
          <a:ln cap="flat" cmpd="sng" w="9525">
            <a:solidFill>
              <a:schemeClr val="dk2"/>
            </a:solidFill>
            <a:prstDash val="solid"/>
            <a:round/>
            <a:headEnd len="med" w="med" type="none"/>
            <a:tailEnd len="med" w="med" type="triangle"/>
          </a:ln>
        </p:spPr>
      </p:cxnSp>
      <p:sp>
        <p:nvSpPr>
          <p:cNvPr id="513" name="Google Shape;513;p44"/>
          <p:cNvSpPr txBox="1"/>
          <p:nvPr/>
        </p:nvSpPr>
        <p:spPr>
          <a:xfrm>
            <a:off x="6194775" y="1700400"/>
            <a:ext cx="15945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419" sz="1200">
                <a:latin typeface="Nunito"/>
                <a:ea typeface="Nunito"/>
                <a:cs typeface="Nunito"/>
                <a:sym typeface="Nunito"/>
              </a:rPr>
              <a:t>Datos crudos</a:t>
            </a:r>
            <a:endParaRPr b="1" sz="1200">
              <a:latin typeface="Nunito"/>
              <a:ea typeface="Nunito"/>
              <a:cs typeface="Nunito"/>
              <a:sym typeface="Nunito"/>
            </a:endParaRPr>
          </a:p>
          <a:p>
            <a:pPr indent="0" lvl="0" marL="0" rtl="0" algn="l">
              <a:spcBef>
                <a:spcPts val="0"/>
              </a:spcBef>
              <a:spcAft>
                <a:spcPts val="0"/>
              </a:spcAft>
              <a:buNone/>
            </a:pPr>
            <a:r>
              <a:rPr lang="es-419" sz="1200">
                <a:latin typeface="Nunito"/>
                <a:ea typeface="Nunito"/>
                <a:cs typeface="Nunito"/>
                <a:sym typeface="Nunito"/>
              </a:rPr>
              <a:t>(señales, video, etc.)</a:t>
            </a:r>
            <a:endParaRPr sz="1200">
              <a:latin typeface="Nunito"/>
              <a:ea typeface="Nunito"/>
              <a:cs typeface="Nunito"/>
              <a:sym typeface="Nunito"/>
            </a:endParaRPr>
          </a:p>
        </p:txBody>
      </p:sp>
      <p:cxnSp>
        <p:nvCxnSpPr>
          <p:cNvPr id="514" name="Google Shape;514;p44"/>
          <p:cNvCxnSpPr>
            <a:stCxn id="505" idx="3"/>
          </p:cNvCxnSpPr>
          <p:nvPr/>
        </p:nvCxnSpPr>
        <p:spPr>
          <a:xfrm>
            <a:off x="5150550" y="2822250"/>
            <a:ext cx="903000" cy="0"/>
          </a:xfrm>
          <a:prstGeom prst="straightConnector1">
            <a:avLst/>
          </a:prstGeom>
          <a:noFill/>
          <a:ln cap="flat" cmpd="sng" w="9525">
            <a:solidFill>
              <a:schemeClr val="dk2"/>
            </a:solidFill>
            <a:prstDash val="solid"/>
            <a:round/>
            <a:headEnd len="med" w="med" type="none"/>
            <a:tailEnd len="med" w="med" type="triangle"/>
          </a:ln>
        </p:spPr>
      </p:cxnSp>
      <p:sp>
        <p:nvSpPr>
          <p:cNvPr id="515" name="Google Shape;515;p44"/>
          <p:cNvSpPr txBox="1"/>
          <p:nvPr/>
        </p:nvSpPr>
        <p:spPr>
          <a:xfrm>
            <a:off x="6194775" y="2622150"/>
            <a:ext cx="21396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419" sz="1200">
                <a:latin typeface="Nunito"/>
                <a:ea typeface="Nunito"/>
                <a:cs typeface="Nunito"/>
                <a:sym typeface="Nunito"/>
              </a:rPr>
              <a:t>Información de alto nivel</a:t>
            </a:r>
            <a:endParaRPr b="1" sz="1200">
              <a:latin typeface="Nunito"/>
              <a:ea typeface="Nunito"/>
              <a:cs typeface="Nunito"/>
              <a:sym typeface="Nunito"/>
            </a:endParaRPr>
          </a:p>
          <a:p>
            <a:pPr indent="0" lvl="0" marL="0" rtl="0" algn="l">
              <a:spcBef>
                <a:spcPts val="0"/>
              </a:spcBef>
              <a:spcAft>
                <a:spcPts val="0"/>
              </a:spcAft>
              <a:buNone/>
            </a:pPr>
            <a:r>
              <a:rPr lang="es-419" sz="1200">
                <a:latin typeface="Nunito"/>
                <a:ea typeface="Nunito"/>
                <a:cs typeface="Nunito"/>
                <a:sym typeface="Nunito"/>
              </a:rPr>
              <a:t>(segmentación, estimación, predicción, etc.)</a:t>
            </a:r>
            <a:endParaRPr sz="1200">
              <a:latin typeface="Nunito"/>
              <a:ea typeface="Nunito"/>
              <a:cs typeface="Nunito"/>
              <a:sym typeface="Nunito"/>
            </a:endParaRPr>
          </a:p>
        </p:txBody>
      </p:sp>
      <p:sp>
        <p:nvSpPr>
          <p:cNvPr id="516" name="Google Shape;516;p44"/>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0" name="Shape 520"/>
        <p:cNvGrpSpPr/>
        <p:nvPr/>
      </p:nvGrpSpPr>
      <p:grpSpPr>
        <a:xfrm>
          <a:off x="0" y="0"/>
          <a:ext cx="0" cy="0"/>
          <a:chOff x="0" y="0"/>
          <a:chExt cx="0" cy="0"/>
        </a:xfrm>
      </p:grpSpPr>
      <p:sp>
        <p:nvSpPr>
          <p:cNvPr id="521" name="Google Shape;521;p45"/>
          <p:cNvSpPr txBox="1"/>
          <p:nvPr>
            <p:ph idx="1" type="body"/>
          </p:nvPr>
        </p:nvSpPr>
        <p:spPr>
          <a:xfrm>
            <a:off x="1303800" y="4138975"/>
            <a:ext cx="5843100" cy="534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Reflex camera</a:t>
            </a:r>
            <a:r>
              <a:rPr lang="es-419"/>
              <a:t> (Nikon D5500)</a:t>
            </a:r>
            <a:endParaRPr/>
          </a:p>
        </p:txBody>
      </p:sp>
      <p:sp>
        <p:nvSpPr>
          <p:cNvPr id="522" name="Google Shape;522;p45"/>
          <p:cNvSpPr/>
          <p:nvPr/>
        </p:nvSpPr>
        <p:spPr>
          <a:xfrm>
            <a:off x="3993450" y="2469450"/>
            <a:ext cx="1157100" cy="705600"/>
          </a:xfrm>
          <a:prstGeom prst="rect">
            <a:avLst/>
          </a:pr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419" sz="1000"/>
              <a:t>CMOS APS-C</a:t>
            </a:r>
            <a:endParaRPr sz="1000"/>
          </a:p>
        </p:txBody>
      </p:sp>
      <p:pic>
        <p:nvPicPr>
          <p:cNvPr id="523" name="Google Shape;523;p45"/>
          <p:cNvPicPr preferRelativeResize="0"/>
          <p:nvPr/>
        </p:nvPicPr>
        <p:blipFill>
          <a:blip r:embed="rId3">
            <a:alphaModFix/>
          </a:blip>
          <a:stretch>
            <a:fillRect/>
          </a:stretch>
        </p:blipFill>
        <p:spPr>
          <a:xfrm rot="-5400000">
            <a:off x="3609918" y="2673055"/>
            <a:ext cx="329251" cy="298376"/>
          </a:xfrm>
          <a:prstGeom prst="rect">
            <a:avLst/>
          </a:prstGeom>
          <a:noFill/>
          <a:ln>
            <a:noFill/>
          </a:ln>
        </p:spPr>
      </p:pic>
      <p:pic>
        <p:nvPicPr>
          <p:cNvPr id="524" name="Google Shape;524;p45"/>
          <p:cNvPicPr preferRelativeResize="0"/>
          <p:nvPr/>
        </p:nvPicPr>
        <p:blipFill>
          <a:blip r:embed="rId4">
            <a:alphaModFix/>
          </a:blip>
          <a:stretch>
            <a:fillRect/>
          </a:stretch>
        </p:blipFill>
        <p:spPr>
          <a:xfrm>
            <a:off x="1420904" y="2251378"/>
            <a:ext cx="2027776" cy="1141168"/>
          </a:xfrm>
          <a:prstGeom prst="rect">
            <a:avLst/>
          </a:prstGeom>
          <a:noFill/>
          <a:ln>
            <a:noFill/>
          </a:ln>
        </p:spPr>
      </p:pic>
      <p:cxnSp>
        <p:nvCxnSpPr>
          <p:cNvPr id="525" name="Google Shape;525;p45"/>
          <p:cNvCxnSpPr/>
          <p:nvPr/>
        </p:nvCxnSpPr>
        <p:spPr>
          <a:xfrm flipH="1" rot="10800000">
            <a:off x="5150550" y="1897950"/>
            <a:ext cx="924300" cy="924300"/>
          </a:xfrm>
          <a:prstGeom prst="straightConnector1">
            <a:avLst/>
          </a:prstGeom>
          <a:noFill/>
          <a:ln cap="flat" cmpd="sng" w="9525">
            <a:solidFill>
              <a:schemeClr val="dk2"/>
            </a:solidFill>
            <a:prstDash val="solid"/>
            <a:round/>
            <a:headEnd len="med" w="med" type="none"/>
            <a:tailEnd len="med" w="med" type="triangle"/>
          </a:ln>
        </p:spPr>
      </p:cxnSp>
      <p:sp>
        <p:nvSpPr>
          <p:cNvPr id="526" name="Google Shape;526;p45"/>
          <p:cNvSpPr txBox="1"/>
          <p:nvPr/>
        </p:nvSpPr>
        <p:spPr>
          <a:xfrm>
            <a:off x="6194775" y="1700400"/>
            <a:ext cx="15945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419" sz="1200">
                <a:latin typeface="Nunito"/>
                <a:ea typeface="Nunito"/>
                <a:cs typeface="Nunito"/>
                <a:sym typeface="Nunito"/>
              </a:rPr>
              <a:t>Datos crudos</a:t>
            </a:r>
            <a:endParaRPr b="1" sz="1200">
              <a:latin typeface="Nunito"/>
              <a:ea typeface="Nunito"/>
              <a:cs typeface="Nunito"/>
              <a:sym typeface="Nunito"/>
            </a:endParaRPr>
          </a:p>
          <a:p>
            <a:pPr indent="0" lvl="0" marL="0" rtl="0" algn="l">
              <a:spcBef>
                <a:spcPts val="0"/>
              </a:spcBef>
              <a:spcAft>
                <a:spcPts val="0"/>
              </a:spcAft>
              <a:buNone/>
            </a:pPr>
            <a:r>
              <a:rPr lang="es-419" sz="1200">
                <a:latin typeface="Nunito"/>
                <a:ea typeface="Nunito"/>
                <a:cs typeface="Nunito"/>
                <a:sym typeface="Nunito"/>
              </a:rPr>
              <a:t>(imágenes, video)</a:t>
            </a:r>
            <a:endParaRPr sz="1200">
              <a:latin typeface="Nunito"/>
              <a:ea typeface="Nunito"/>
              <a:cs typeface="Nunito"/>
              <a:sym typeface="Nunito"/>
            </a:endParaRPr>
          </a:p>
        </p:txBody>
      </p:sp>
      <p:sp>
        <p:nvSpPr>
          <p:cNvPr id="527" name="Google Shape;527;p45"/>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1" name="Shape 531"/>
        <p:cNvGrpSpPr/>
        <p:nvPr/>
      </p:nvGrpSpPr>
      <p:grpSpPr>
        <a:xfrm>
          <a:off x="0" y="0"/>
          <a:ext cx="0" cy="0"/>
          <a:chOff x="0" y="0"/>
          <a:chExt cx="0" cy="0"/>
        </a:xfrm>
      </p:grpSpPr>
      <p:sp>
        <p:nvSpPr>
          <p:cNvPr id="532" name="Google Shape;532;p46"/>
          <p:cNvSpPr txBox="1"/>
          <p:nvPr>
            <p:ph idx="1" type="body"/>
          </p:nvPr>
        </p:nvSpPr>
        <p:spPr>
          <a:xfrm>
            <a:off x="1303800" y="4138975"/>
            <a:ext cx="5843100" cy="534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Activity tracker (Fitbit Charge 2)</a:t>
            </a:r>
            <a:endParaRPr/>
          </a:p>
        </p:txBody>
      </p:sp>
      <p:sp>
        <p:nvSpPr>
          <p:cNvPr id="533" name="Google Shape;533;p46"/>
          <p:cNvSpPr/>
          <p:nvPr/>
        </p:nvSpPr>
        <p:spPr>
          <a:xfrm>
            <a:off x="3993450" y="2469450"/>
            <a:ext cx="1157100" cy="705600"/>
          </a:xfrm>
          <a:prstGeom prst="rect">
            <a:avLst/>
          </a:pr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419" sz="1000"/>
              <a:t>Accelerometer, altimeter, optical heart rate tracker</a:t>
            </a:r>
            <a:endParaRPr sz="1000"/>
          </a:p>
        </p:txBody>
      </p:sp>
      <p:pic>
        <p:nvPicPr>
          <p:cNvPr id="534" name="Google Shape;534;p46"/>
          <p:cNvPicPr preferRelativeResize="0"/>
          <p:nvPr/>
        </p:nvPicPr>
        <p:blipFill>
          <a:blip r:embed="rId3">
            <a:alphaModFix/>
          </a:blip>
          <a:stretch>
            <a:fillRect/>
          </a:stretch>
        </p:blipFill>
        <p:spPr>
          <a:xfrm rot="-5400000">
            <a:off x="3609918" y="2673055"/>
            <a:ext cx="329251" cy="298376"/>
          </a:xfrm>
          <a:prstGeom prst="rect">
            <a:avLst/>
          </a:prstGeom>
          <a:noFill/>
          <a:ln>
            <a:noFill/>
          </a:ln>
        </p:spPr>
      </p:pic>
      <p:cxnSp>
        <p:nvCxnSpPr>
          <p:cNvPr id="535" name="Google Shape;535;p46"/>
          <p:cNvCxnSpPr>
            <a:stCxn id="533" idx="3"/>
          </p:cNvCxnSpPr>
          <p:nvPr/>
        </p:nvCxnSpPr>
        <p:spPr>
          <a:xfrm>
            <a:off x="5150550" y="2822250"/>
            <a:ext cx="903000" cy="0"/>
          </a:xfrm>
          <a:prstGeom prst="straightConnector1">
            <a:avLst/>
          </a:prstGeom>
          <a:noFill/>
          <a:ln cap="flat" cmpd="sng" w="9525">
            <a:solidFill>
              <a:schemeClr val="dk2"/>
            </a:solidFill>
            <a:prstDash val="solid"/>
            <a:round/>
            <a:headEnd len="med" w="med" type="none"/>
            <a:tailEnd len="med" w="med" type="triangle"/>
          </a:ln>
        </p:spPr>
      </p:cxnSp>
      <p:sp>
        <p:nvSpPr>
          <p:cNvPr id="536" name="Google Shape;536;p46"/>
          <p:cNvSpPr txBox="1"/>
          <p:nvPr/>
        </p:nvSpPr>
        <p:spPr>
          <a:xfrm>
            <a:off x="6194775" y="2622150"/>
            <a:ext cx="21396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419" sz="1200">
                <a:latin typeface="Nunito"/>
                <a:ea typeface="Nunito"/>
                <a:cs typeface="Nunito"/>
                <a:sym typeface="Nunito"/>
              </a:rPr>
              <a:t>Información de alto nivel</a:t>
            </a:r>
            <a:endParaRPr b="1" sz="1200">
              <a:latin typeface="Nunito"/>
              <a:ea typeface="Nunito"/>
              <a:cs typeface="Nunito"/>
              <a:sym typeface="Nunito"/>
            </a:endParaRPr>
          </a:p>
          <a:p>
            <a:pPr indent="0" lvl="0" marL="0" rtl="0" algn="l">
              <a:spcBef>
                <a:spcPts val="0"/>
              </a:spcBef>
              <a:spcAft>
                <a:spcPts val="0"/>
              </a:spcAft>
              <a:buNone/>
            </a:pPr>
            <a:r>
              <a:rPr lang="es-419" sz="1200">
                <a:latin typeface="Nunito"/>
                <a:ea typeface="Nunito"/>
                <a:cs typeface="Nunito"/>
                <a:sym typeface="Nunito"/>
              </a:rPr>
              <a:t>(actividad, sueño)</a:t>
            </a:r>
            <a:endParaRPr sz="1200">
              <a:latin typeface="Nunito"/>
              <a:ea typeface="Nunito"/>
              <a:cs typeface="Nunito"/>
              <a:sym typeface="Nunito"/>
            </a:endParaRPr>
          </a:p>
        </p:txBody>
      </p:sp>
      <p:pic>
        <p:nvPicPr>
          <p:cNvPr id="537" name="Google Shape;537;p46"/>
          <p:cNvPicPr preferRelativeResize="0"/>
          <p:nvPr/>
        </p:nvPicPr>
        <p:blipFill>
          <a:blip r:embed="rId4">
            <a:alphaModFix/>
          </a:blip>
          <a:stretch>
            <a:fillRect/>
          </a:stretch>
        </p:blipFill>
        <p:spPr>
          <a:xfrm>
            <a:off x="1436500" y="2251938"/>
            <a:ext cx="2027776" cy="1140624"/>
          </a:xfrm>
          <a:prstGeom prst="rect">
            <a:avLst/>
          </a:prstGeom>
          <a:noFill/>
          <a:ln>
            <a:noFill/>
          </a:ln>
        </p:spPr>
      </p:pic>
      <p:pic>
        <p:nvPicPr>
          <p:cNvPr id="538" name="Google Shape;538;p46"/>
          <p:cNvPicPr preferRelativeResize="0"/>
          <p:nvPr/>
        </p:nvPicPr>
        <p:blipFill>
          <a:blip r:embed="rId5">
            <a:alphaModFix/>
          </a:blip>
          <a:stretch>
            <a:fillRect/>
          </a:stretch>
        </p:blipFill>
        <p:spPr>
          <a:xfrm>
            <a:off x="5701550" y="404176"/>
            <a:ext cx="1998876" cy="1255250"/>
          </a:xfrm>
          <a:prstGeom prst="rect">
            <a:avLst/>
          </a:prstGeom>
          <a:noFill/>
          <a:ln>
            <a:noFill/>
          </a:ln>
        </p:spPr>
      </p:pic>
      <p:sp>
        <p:nvSpPr>
          <p:cNvPr id="539" name="Google Shape;539;p46"/>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3" name="Shape 543"/>
        <p:cNvGrpSpPr/>
        <p:nvPr/>
      </p:nvGrpSpPr>
      <p:grpSpPr>
        <a:xfrm>
          <a:off x="0" y="0"/>
          <a:ext cx="0" cy="0"/>
          <a:chOff x="0" y="0"/>
          <a:chExt cx="0" cy="0"/>
        </a:xfrm>
      </p:grpSpPr>
      <p:sp>
        <p:nvSpPr>
          <p:cNvPr id="544" name="Google Shape;544;p47"/>
          <p:cNvSpPr txBox="1"/>
          <p:nvPr>
            <p:ph idx="1" type="body"/>
          </p:nvPr>
        </p:nvSpPr>
        <p:spPr>
          <a:xfrm>
            <a:off x="1303800" y="4138975"/>
            <a:ext cx="5843100" cy="534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Unidad de medición inercial IMU</a:t>
            </a:r>
            <a:r>
              <a:rPr lang="es-419"/>
              <a:t> (</a:t>
            </a:r>
            <a:r>
              <a:rPr lang="es-419"/>
              <a:t>LPMS-B2</a:t>
            </a:r>
            <a:r>
              <a:rPr lang="es-419"/>
              <a:t>)</a:t>
            </a:r>
            <a:endParaRPr/>
          </a:p>
        </p:txBody>
      </p:sp>
      <p:sp>
        <p:nvSpPr>
          <p:cNvPr id="545" name="Google Shape;545;p47"/>
          <p:cNvSpPr/>
          <p:nvPr/>
        </p:nvSpPr>
        <p:spPr>
          <a:xfrm>
            <a:off x="3993450" y="2469450"/>
            <a:ext cx="1157100" cy="705600"/>
          </a:xfrm>
          <a:prstGeom prst="rect">
            <a:avLst/>
          </a:pr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419" sz="1000"/>
              <a:t>Accelerometer, gyroscope, magnetometer</a:t>
            </a:r>
            <a:endParaRPr sz="1000"/>
          </a:p>
        </p:txBody>
      </p:sp>
      <p:pic>
        <p:nvPicPr>
          <p:cNvPr id="546" name="Google Shape;546;p47"/>
          <p:cNvPicPr preferRelativeResize="0"/>
          <p:nvPr/>
        </p:nvPicPr>
        <p:blipFill>
          <a:blip r:embed="rId3">
            <a:alphaModFix/>
          </a:blip>
          <a:stretch>
            <a:fillRect/>
          </a:stretch>
        </p:blipFill>
        <p:spPr>
          <a:xfrm rot="-5400000">
            <a:off x="3609918" y="2673055"/>
            <a:ext cx="329251" cy="298376"/>
          </a:xfrm>
          <a:prstGeom prst="rect">
            <a:avLst/>
          </a:prstGeom>
          <a:noFill/>
          <a:ln>
            <a:noFill/>
          </a:ln>
        </p:spPr>
      </p:pic>
      <p:cxnSp>
        <p:nvCxnSpPr>
          <p:cNvPr id="547" name="Google Shape;547;p47"/>
          <p:cNvCxnSpPr>
            <a:stCxn id="545" idx="3"/>
          </p:cNvCxnSpPr>
          <p:nvPr/>
        </p:nvCxnSpPr>
        <p:spPr>
          <a:xfrm>
            <a:off x="5150550" y="2822250"/>
            <a:ext cx="903000" cy="0"/>
          </a:xfrm>
          <a:prstGeom prst="straightConnector1">
            <a:avLst/>
          </a:prstGeom>
          <a:noFill/>
          <a:ln cap="flat" cmpd="sng" w="9525">
            <a:solidFill>
              <a:schemeClr val="dk2"/>
            </a:solidFill>
            <a:prstDash val="solid"/>
            <a:round/>
            <a:headEnd len="med" w="med" type="none"/>
            <a:tailEnd len="med" w="med" type="triangle"/>
          </a:ln>
        </p:spPr>
      </p:cxnSp>
      <p:sp>
        <p:nvSpPr>
          <p:cNvPr id="548" name="Google Shape;548;p47"/>
          <p:cNvSpPr txBox="1"/>
          <p:nvPr/>
        </p:nvSpPr>
        <p:spPr>
          <a:xfrm>
            <a:off x="6194775" y="2622150"/>
            <a:ext cx="21396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419" sz="1200">
                <a:latin typeface="Nunito"/>
                <a:ea typeface="Nunito"/>
                <a:cs typeface="Nunito"/>
                <a:sym typeface="Nunito"/>
              </a:rPr>
              <a:t>Información de alto nivel</a:t>
            </a:r>
            <a:endParaRPr b="1" sz="1200">
              <a:latin typeface="Nunito"/>
              <a:ea typeface="Nunito"/>
              <a:cs typeface="Nunito"/>
              <a:sym typeface="Nunito"/>
            </a:endParaRPr>
          </a:p>
          <a:p>
            <a:pPr indent="0" lvl="0" marL="0" rtl="0" algn="l">
              <a:spcBef>
                <a:spcPts val="0"/>
              </a:spcBef>
              <a:spcAft>
                <a:spcPts val="0"/>
              </a:spcAft>
              <a:buNone/>
            </a:pPr>
            <a:r>
              <a:rPr lang="es-419" sz="1200">
                <a:latin typeface="Nunito"/>
                <a:ea typeface="Nunito"/>
                <a:cs typeface="Nunito"/>
                <a:sym typeface="Nunito"/>
              </a:rPr>
              <a:t>(orientación)</a:t>
            </a:r>
            <a:endParaRPr sz="1200">
              <a:latin typeface="Nunito"/>
              <a:ea typeface="Nunito"/>
              <a:cs typeface="Nunito"/>
              <a:sym typeface="Nunito"/>
            </a:endParaRPr>
          </a:p>
        </p:txBody>
      </p:sp>
      <p:cxnSp>
        <p:nvCxnSpPr>
          <p:cNvPr id="549" name="Google Shape;549;p47"/>
          <p:cNvCxnSpPr/>
          <p:nvPr/>
        </p:nvCxnSpPr>
        <p:spPr>
          <a:xfrm flipH="1" rot="10800000">
            <a:off x="5150550" y="1897950"/>
            <a:ext cx="924300" cy="924300"/>
          </a:xfrm>
          <a:prstGeom prst="straightConnector1">
            <a:avLst/>
          </a:prstGeom>
          <a:noFill/>
          <a:ln cap="flat" cmpd="sng" w="9525">
            <a:solidFill>
              <a:schemeClr val="dk2"/>
            </a:solidFill>
            <a:prstDash val="solid"/>
            <a:round/>
            <a:headEnd len="med" w="med" type="none"/>
            <a:tailEnd len="med" w="med" type="triangle"/>
          </a:ln>
        </p:spPr>
      </p:cxnSp>
      <p:sp>
        <p:nvSpPr>
          <p:cNvPr id="550" name="Google Shape;550;p47"/>
          <p:cNvSpPr txBox="1"/>
          <p:nvPr/>
        </p:nvSpPr>
        <p:spPr>
          <a:xfrm>
            <a:off x="6194775" y="1700400"/>
            <a:ext cx="17073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419" sz="1200">
                <a:latin typeface="Nunito"/>
                <a:ea typeface="Nunito"/>
                <a:cs typeface="Nunito"/>
                <a:sym typeface="Nunito"/>
              </a:rPr>
              <a:t>Datos crudos</a:t>
            </a:r>
            <a:endParaRPr b="1" sz="1200">
              <a:latin typeface="Nunito"/>
              <a:ea typeface="Nunito"/>
              <a:cs typeface="Nunito"/>
              <a:sym typeface="Nunito"/>
            </a:endParaRPr>
          </a:p>
          <a:p>
            <a:pPr indent="0" lvl="0" marL="0" rtl="0" algn="l">
              <a:spcBef>
                <a:spcPts val="0"/>
              </a:spcBef>
              <a:spcAft>
                <a:spcPts val="0"/>
              </a:spcAft>
              <a:buNone/>
            </a:pPr>
            <a:r>
              <a:rPr lang="es-419" sz="1200">
                <a:latin typeface="Nunito"/>
                <a:ea typeface="Nunito"/>
                <a:cs typeface="Nunito"/>
                <a:sym typeface="Nunito"/>
              </a:rPr>
              <a:t>(aceleración lineal, velocidad angular, …)</a:t>
            </a:r>
            <a:endParaRPr sz="1200">
              <a:latin typeface="Nunito"/>
              <a:ea typeface="Nunito"/>
              <a:cs typeface="Nunito"/>
              <a:sym typeface="Nunito"/>
            </a:endParaRPr>
          </a:p>
        </p:txBody>
      </p:sp>
      <p:pic>
        <p:nvPicPr>
          <p:cNvPr id="551" name="Google Shape;551;p47"/>
          <p:cNvPicPr preferRelativeResize="0"/>
          <p:nvPr/>
        </p:nvPicPr>
        <p:blipFill>
          <a:blip r:embed="rId4">
            <a:alphaModFix/>
          </a:blip>
          <a:stretch>
            <a:fillRect/>
          </a:stretch>
        </p:blipFill>
        <p:spPr>
          <a:xfrm>
            <a:off x="1488700" y="2261550"/>
            <a:ext cx="2002500" cy="1121400"/>
          </a:xfrm>
          <a:prstGeom prst="rect">
            <a:avLst/>
          </a:prstGeom>
          <a:noFill/>
          <a:ln>
            <a:noFill/>
          </a:ln>
        </p:spPr>
      </p:pic>
      <p:sp>
        <p:nvSpPr>
          <p:cNvPr id="552" name="Google Shape;552;p47"/>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6" name="Shape 556"/>
        <p:cNvGrpSpPr/>
        <p:nvPr/>
      </p:nvGrpSpPr>
      <p:grpSpPr>
        <a:xfrm>
          <a:off x="0" y="0"/>
          <a:ext cx="0" cy="0"/>
          <a:chOff x="0" y="0"/>
          <a:chExt cx="0" cy="0"/>
        </a:xfrm>
      </p:grpSpPr>
      <p:sp>
        <p:nvSpPr>
          <p:cNvPr id="557" name="Google Shape;557;p48"/>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Señal de audio</a:t>
            </a:r>
            <a:endParaRPr/>
          </a:p>
        </p:txBody>
      </p:sp>
      <p:pic>
        <p:nvPicPr>
          <p:cNvPr id="558" name="Google Shape;558;p48"/>
          <p:cNvPicPr preferRelativeResize="0"/>
          <p:nvPr/>
        </p:nvPicPr>
        <p:blipFill>
          <a:blip r:embed="rId3">
            <a:alphaModFix/>
          </a:blip>
          <a:stretch>
            <a:fillRect/>
          </a:stretch>
        </p:blipFill>
        <p:spPr>
          <a:xfrm>
            <a:off x="1377337" y="1959751"/>
            <a:ext cx="6798725" cy="1816900"/>
          </a:xfrm>
          <a:prstGeom prst="rect">
            <a:avLst/>
          </a:prstGeom>
          <a:noFill/>
          <a:ln>
            <a:noFill/>
          </a:ln>
        </p:spPr>
      </p:pic>
      <p:sp>
        <p:nvSpPr>
          <p:cNvPr id="559" name="Google Shape;559;p48"/>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3" name="Shape 563"/>
        <p:cNvGrpSpPr/>
        <p:nvPr/>
      </p:nvGrpSpPr>
      <p:grpSpPr>
        <a:xfrm>
          <a:off x="0" y="0"/>
          <a:ext cx="0" cy="0"/>
          <a:chOff x="0" y="0"/>
          <a:chExt cx="0" cy="0"/>
        </a:xfrm>
      </p:grpSpPr>
      <p:pic>
        <p:nvPicPr>
          <p:cNvPr id="564" name="Google Shape;564;p49"/>
          <p:cNvPicPr preferRelativeResize="0"/>
          <p:nvPr/>
        </p:nvPicPr>
        <p:blipFill>
          <a:blip r:embed="rId3">
            <a:alphaModFix/>
          </a:blip>
          <a:stretch>
            <a:fillRect/>
          </a:stretch>
        </p:blipFill>
        <p:spPr>
          <a:xfrm>
            <a:off x="2747432" y="0"/>
            <a:ext cx="3649144" cy="5143501"/>
          </a:xfrm>
          <a:prstGeom prst="rect">
            <a:avLst/>
          </a:prstGeom>
          <a:noFill/>
          <a:ln>
            <a:noFill/>
          </a:ln>
        </p:spPr>
      </p:pic>
      <p:sp>
        <p:nvSpPr>
          <p:cNvPr id="565" name="Google Shape;565;p49"/>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9" name="Shape 569"/>
        <p:cNvGrpSpPr/>
        <p:nvPr/>
      </p:nvGrpSpPr>
      <p:grpSpPr>
        <a:xfrm>
          <a:off x="0" y="0"/>
          <a:ext cx="0" cy="0"/>
          <a:chOff x="0" y="0"/>
          <a:chExt cx="0" cy="0"/>
        </a:xfrm>
      </p:grpSpPr>
      <p:sp>
        <p:nvSpPr>
          <p:cNvPr id="570" name="Google Shape;570;p50"/>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Imágenes y video</a:t>
            </a:r>
            <a:endParaRPr/>
          </a:p>
        </p:txBody>
      </p:sp>
      <p:pic>
        <p:nvPicPr>
          <p:cNvPr id="571" name="Google Shape;571;p50"/>
          <p:cNvPicPr preferRelativeResize="0"/>
          <p:nvPr/>
        </p:nvPicPr>
        <p:blipFill>
          <a:blip r:embed="rId3">
            <a:alphaModFix/>
          </a:blip>
          <a:stretch>
            <a:fillRect/>
          </a:stretch>
        </p:blipFill>
        <p:spPr>
          <a:xfrm>
            <a:off x="2244538" y="1382900"/>
            <a:ext cx="4649025" cy="2951975"/>
          </a:xfrm>
          <a:prstGeom prst="rect">
            <a:avLst/>
          </a:prstGeom>
          <a:noFill/>
          <a:ln>
            <a:noFill/>
          </a:ln>
        </p:spPr>
      </p:pic>
      <p:sp>
        <p:nvSpPr>
          <p:cNvPr id="572" name="Google Shape;572;p50"/>
          <p:cNvSpPr txBox="1"/>
          <p:nvPr/>
        </p:nvSpPr>
        <p:spPr>
          <a:xfrm>
            <a:off x="800450" y="4547875"/>
            <a:ext cx="7537200" cy="431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s-419" sz="800">
                <a:solidFill>
                  <a:srgbClr val="94B6BD"/>
                </a:solidFill>
              </a:rPr>
              <a:t>Patil, R., &amp; Bellary, S. (2020). Machine learning approach in melanoma cancer stage detection. Journal of King Saud University-Computer and Information Sciences.</a:t>
            </a:r>
            <a:endParaRPr sz="800">
              <a:solidFill>
                <a:srgbClr val="94B6BD"/>
              </a:solidFill>
            </a:endParaRPr>
          </a:p>
        </p:txBody>
      </p:sp>
      <p:sp>
        <p:nvSpPr>
          <p:cNvPr id="573" name="Google Shape;573;p50"/>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7" name="Shape 577"/>
        <p:cNvGrpSpPr/>
        <p:nvPr/>
      </p:nvGrpSpPr>
      <p:grpSpPr>
        <a:xfrm>
          <a:off x="0" y="0"/>
          <a:ext cx="0" cy="0"/>
          <a:chOff x="0" y="0"/>
          <a:chExt cx="0" cy="0"/>
        </a:xfrm>
      </p:grpSpPr>
      <p:pic>
        <p:nvPicPr>
          <p:cNvPr id="578" name="Google Shape;578;p51"/>
          <p:cNvPicPr preferRelativeResize="0"/>
          <p:nvPr/>
        </p:nvPicPr>
        <p:blipFill>
          <a:blip r:embed="rId3">
            <a:alphaModFix/>
          </a:blip>
          <a:stretch>
            <a:fillRect/>
          </a:stretch>
        </p:blipFill>
        <p:spPr>
          <a:xfrm>
            <a:off x="2552700" y="1670400"/>
            <a:ext cx="4038599" cy="1882950"/>
          </a:xfrm>
          <a:prstGeom prst="rect">
            <a:avLst/>
          </a:prstGeom>
          <a:noFill/>
          <a:ln>
            <a:noFill/>
          </a:ln>
        </p:spPr>
      </p:pic>
      <p:sp>
        <p:nvSpPr>
          <p:cNvPr id="579" name="Google Shape;579;p51"/>
          <p:cNvSpPr txBox="1"/>
          <p:nvPr/>
        </p:nvSpPr>
        <p:spPr>
          <a:xfrm>
            <a:off x="800450" y="4547875"/>
            <a:ext cx="7537200" cy="431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s-419" sz="800">
                <a:solidFill>
                  <a:srgbClr val="94B6BD"/>
                </a:solidFill>
              </a:rPr>
              <a:t>El-Gayar, M. M., &amp; Soliman, H. (2013). A comparative study of image low level feature extraction algorithms. Egyptian Informatics Journal, 14(2), 175-181.</a:t>
            </a:r>
            <a:endParaRPr sz="800">
              <a:solidFill>
                <a:srgbClr val="94B6BD"/>
              </a:solidFill>
            </a:endParaRPr>
          </a:p>
          <a:p>
            <a:pPr indent="0" lvl="0" marL="0" rtl="0" algn="r">
              <a:spcBef>
                <a:spcPts val="0"/>
              </a:spcBef>
              <a:spcAft>
                <a:spcPts val="0"/>
              </a:spcAft>
              <a:buNone/>
            </a:pPr>
            <a:r>
              <a:t/>
            </a:r>
            <a:endParaRPr sz="800">
              <a:solidFill>
                <a:srgbClr val="94B6BD"/>
              </a:solidFill>
            </a:endParaRPr>
          </a:p>
        </p:txBody>
      </p:sp>
      <p:sp>
        <p:nvSpPr>
          <p:cNvPr id="580" name="Google Shape;580;p51"/>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4" name="Shape 584"/>
        <p:cNvGrpSpPr/>
        <p:nvPr/>
      </p:nvGrpSpPr>
      <p:grpSpPr>
        <a:xfrm>
          <a:off x="0" y="0"/>
          <a:ext cx="0" cy="0"/>
          <a:chOff x="0" y="0"/>
          <a:chExt cx="0" cy="0"/>
        </a:xfrm>
      </p:grpSpPr>
      <p:sp>
        <p:nvSpPr>
          <p:cNvPr id="585" name="Google Shape;585;p52"/>
          <p:cNvSpPr txBox="1"/>
          <p:nvPr/>
        </p:nvSpPr>
        <p:spPr>
          <a:xfrm>
            <a:off x="800450" y="4547875"/>
            <a:ext cx="7537200" cy="554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s-419" sz="800">
                <a:solidFill>
                  <a:srgbClr val="94B6BD"/>
                </a:solidFill>
              </a:rPr>
              <a:t>Karpathy, A., &amp; Fei-Fei, L. (2015). Deep visual-semantic alignments for generating image descriptions. In Proceedings of the IEEE conference on computer vision and pattern recognition (pp. 3128-3137).</a:t>
            </a:r>
            <a:endParaRPr sz="800">
              <a:solidFill>
                <a:srgbClr val="94B6BD"/>
              </a:solidFill>
            </a:endParaRPr>
          </a:p>
          <a:p>
            <a:pPr indent="0" lvl="0" marL="0" rtl="0" algn="r">
              <a:spcBef>
                <a:spcPts val="0"/>
              </a:spcBef>
              <a:spcAft>
                <a:spcPts val="0"/>
              </a:spcAft>
              <a:buNone/>
            </a:pPr>
            <a:r>
              <a:t/>
            </a:r>
            <a:endParaRPr sz="800">
              <a:solidFill>
                <a:srgbClr val="94B6BD"/>
              </a:solidFill>
            </a:endParaRPr>
          </a:p>
        </p:txBody>
      </p:sp>
      <p:pic>
        <p:nvPicPr>
          <p:cNvPr id="586" name="Google Shape;586;p52"/>
          <p:cNvPicPr preferRelativeResize="0"/>
          <p:nvPr/>
        </p:nvPicPr>
        <p:blipFill>
          <a:blip r:embed="rId3">
            <a:alphaModFix/>
          </a:blip>
          <a:stretch>
            <a:fillRect/>
          </a:stretch>
        </p:blipFill>
        <p:spPr>
          <a:xfrm>
            <a:off x="528325" y="1548317"/>
            <a:ext cx="2286000" cy="2628765"/>
          </a:xfrm>
          <a:prstGeom prst="rect">
            <a:avLst/>
          </a:prstGeom>
          <a:noFill/>
          <a:ln>
            <a:noFill/>
          </a:ln>
        </p:spPr>
      </p:pic>
      <p:pic>
        <p:nvPicPr>
          <p:cNvPr id="587" name="Google Shape;587;p52"/>
          <p:cNvPicPr preferRelativeResize="0"/>
          <p:nvPr/>
        </p:nvPicPr>
        <p:blipFill>
          <a:blip r:embed="rId4">
            <a:alphaModFix/>
          </a:blip>
          <a:stretch>
            <a:fillRect/>
          </a:stretch>
        </p:blipFill>
        <p:spPr>
          <a:xfrm>
            <a:off x="2978450" y="1567692"/>
            <a:ext cx="2593181" cy="2609389"/>
          </a:xfrm>
          <a:prstGeom prst="rect">
            <a:avLst/>
          </a:prstGeom>
          <a:noFill/>
          <a:ln>
            <a:noFill/>
          </a:ln>
        </p:spPr>
      </p:pic>
      <p:pic>
        <p:nvPicPr>
          <p:cNvPr id="588" name="Google Shape;588;p52"/>
          <p:cNvPicPr preferRelativeResize="0"/>
          <p:nvPr/>
        </p:nvPicPr>
        <p:blipFill>
          <a:blip r:embed="rId5">
            <a:alphaModFix/>
          </a:blip>
          <a:stretch>
            <a:fillRect/>
          </a:stretch>
        </p:blipFill>
        <p:spPr>
          <a:xfrm>
            <a:off x="5735750" y="1548613"/>
            <a:ext cx="3014663" cy="2628167"/>
          </a:xfrm>
          <a:prstGeom prst="rect">
            <a:avLst/>
          </a:prstGeom>
          <a:noFill/>
          <a:ln>
            <a:noFill/>
          </a:ln>
        </p:spPr>
      </p:pic>
      <p:sp>
        <p:nvSpPr>
          <p:cNvPr id="589" name="Google Shape;589;p5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3" name="Shape 593"/>
        <p:cNvGrpSpPr/>
        <p:nvPr/>
      </p:nvGrpSpPr>
      <p:grpSpPr>
        <a:xfrm>
          <a:off x="0" y="0"/>
          <a:ext cx="0" cy="0"/>
          <a:chOff x="0" y="0"/>
          <a:chExt cx="0" cy="0"/>
        </a:xfrm>
      </p:grpSpPr>
      <p:sp>
        <p:nvSpPr>
          <p:cNvPr id="594" name="Google Shape;594;p53"/>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Señales inerciales</a:t>
            </a:r>
            <a:endParaRPr/>
          </a:p>
        </p:txBody>
      </p:sp>
      <p:pic>
        <p:nvPicPr>
          <p:cNvPr id="595" name="Google Shape;595;p53"/>
          <p:cNvPicPr preferRelativeResize="0"/>
          <p:nvPr/>
        </p:nvPicPr>
        <p:blipFill>
          <a:blip r:embed="rId3">
            <a:alphaModFix/>
          </a:blip>
          <a:stretch>
            <a:fillRect/>
          </a:stretch>
        </p:blipFill>
        <p:spPr>
          <a:xfrm>
            <a:off x="1279175" y="1702822"/>
            <a:ext cx="6585650" cy="2232425"/>
          </a:xfrm>
          <a:prstGeom prst="rect">
            <a:avLst/>
          </a:prstGeom>
          <a:noFill/>
          <a:ln>
            <a:noFill/>
          </a:ln>
        </p:spPr>
      </p:pic>
      <p:sp>
        <p:nvSpPr>
          <p:cNvPr id="596" name="Google Shape;596;p53"/>
          <p:cNvSpPr txBox="1"/>
          <p:nvPr/>
        </p:nvSpPr>
        <p:spPr>
          <a:xfrm>
            <a:off x="800450" y="4547875"/>
            <a:ext cx="7537200" cy="554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s-419" sz="800">
                <a:solidFill>
                  <a:srgbClr val="94B6BD"/>
                </a:solidFill>
              </a:rPr>
              <a:t>Dehzangi, O., &amp; Sahu, V. (2018, August). IMU-based robust human activity recognition using feature analysis, extraction, and reduction. In 2018 24th International Conference on Pattern Recognition (ICPR) (pp. 1402-1407). IEEE.</a:t>
            </a:r>
            <a:endParaRPr sz="800">
              <a:solidFill>
                <a:srgbClr val="94B6BD"/>
              </a:solidFill>
            </a:endParaRPr>
          </a:p>
          <a:p>
            <a:pPr indent="0" lvl="0" marL="0" rtl="0" algn="r">
              <a:spcBef>
                <a:spcPts val="0"/>
              </a:spcBef>
              <a:spcAft>
                <a:spcPts val="0"/>
              </a:spcAft>
              <a:buNone/>
            </a:pPr>
            <a:r>
              <a:t/>
            </a:r>
            <a:endParaRPr sz="800">
              <a:solidFill>
                <a:srgbClr val="94B6BD"/>
              </a:solidFill>
            </a:endParaRPr>
          </a:p>
        </p:txBody>
      </p:sp>
      <p:sp>
        <p:nvSpPr>
          <p:cNvPr id="597" name="Google Shape;597;p53"/>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1" name="Shape 601"/>
        <p:cNvGrpSpPr/>
        <p:nvPr/>
      </p:nvGrpSpPr>
      <p:grpSpPr>
        <a:xfrm>
          <a:off x="0" y="0"/>
          <a:ext cx="0" cy="0"/>
          <a:chOff x="0" y="0"/>
          <a:chExt cx="0" cy="0"/>
        </a:xfrm>
      </p:grpSpPr>
      <p:pic>
        <p:nvPicPr>
          <p:cNvPr id="602" name="Google Shape;602;p54"/>
          <p:cNvPicPr preferRelativeResize="0"/>
          <p:nvPr/>
        </p:nvPicPr>
        <p:blipFill>
          <a:blip r:embed="rId3">
            <a:alphaModFix/>
          </a:blip>
          <a:stretch>
            <a:fillRect/>
          </a:stretch>
        </p:blipFill>
        <p:spPr>
          <a:xfrm>
            <a:off x="2759173" y="457212"/>
            <a:ext cx="3625675" cy="3932775"/>
          </a:xfrm>
          <a:prstGeom prst="rect">
            <a:avLst/>
          </a:prstGeom>
          <a:noFill/>
          <a:ln>
            <a:noFill/>
          </a:ln>
        </p:spPr>
      </p:pic>
      <p:sp>
        <p:nvSpPr>
          <p:cNvPr id="603" name="Google Shape;603;p54"/>
          <p:cNvSpPr txBox="1"/>
          <p:nvPr/>
        </p:nvSpPr>
        <p:spPr>
          <a:xfrm>
            <a:off x="800450" y="4547875"/>
            <a:ext cx="7537200" cy="554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s-419" sz="800">
                <a:solidFill>
                  <a:srgbClr val="94B6BD"/>
                </a:solidFill>
              </a:rPr>
              <a:t>Baghdadi, A., Cavuoto, L. A., Jones-Farmer, A., Rigdon, S. E., Esfahani, E. T., &amp; Megahed, F. M. (2021). Monitoring worker fatigue using wearable devices: A case study to detect changes in gait parameters. Journal of quality technology, 53(1), 47-71.</a:t>
            </a:r>
            <a:endParaRPr sz="800">
              <a:solidFill>
                <a:srgbClr val="94B6BD"/>
              </a:solidFill>
            </a:endParaRPr>
          </a:p>
          <a:p>
            <a:pPr indent="0" lvl="0" marL="0" rtl="0" algn="r">
              <a:spcBef>
                <a:spcPts val="0"/>
              </a:spcBef>
              <a:spcAft>
                <a:spcPts val="0"/>
              </a:spcAft>
              <a:buNone/>
            </a:pPr>
            <a:r>
              <a:t/>
            </a:r>
            <a:endParaRPr sz="800">
              <a:solidFill>
                <a:srgbClr val="94B6BD"/>
              </a:solidFill>
            </a:endParaRPr>
          </a:p>
        </p:txBody>
      </p:sp>
      <p:sp>
        <p:nvSpPr>
          <p:cNvPr id="604" name="Google Shape;604;p54"/>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8" name="Shape 608"/>
        <p:cNvGrpSpPr/>
        <p:nvPr/>
      </p:nvGrpSpPr>
      <p:grpSpPr>
        <a:xfrm>
          <a:off x="0" y="0"/>
          <a:ext cx="0" cy="0"/>
          <a:chOff x="0" y="0"/>
          <a:chExt cx="0" cy="0"/>
        </a:xfrm>
      </p:grpSpPr>
      <p:sp>
        <p:nvSpPr>
          <p:cNvPr id="609" name="Google Shape;609;p55"/>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Señales fisiológicas</a:t>
            </a:r>
            <a:endParaRPr/>
          </a:p>
        </p:txBody>
      </p:sp>
      <p:pic>
        <p:nvPicPr>
          <p:cNvPr id="610" name="Google Shape;610;p55"/>
          <p:cNvPicPr preferRelativeResize="0"/>
          <p:nvPr/>
        </p:nvPicPr>
        <p:blipFill>
          <a:blip r:embed="rId3">
            <a:alphaModFix/>
          </a:blip>
          <a:stretch>
            <a:fillRect/>
          </a:stretch>
        </p:blipFill>
        <p:spPr>
          <a:xfrm>
            <a:off x="2545523" y="1425725"/>
            <a:ext cx="4052951" cy="2652401"/>
          </a:xfrm>
          <a:prstGeom prst="rect">
            <a:avLst/>
          </a:prstGeom>
          <a:noFill/>
          <a:ln>
            <a:noFill/>
          </a:ln>
        </p:spPr>
      </p:pic>
      <p:sp>
        <p:nvSpPr>
          <p:cNvPr id="611" name="Google Shape;611;p55"/>
          <p:cNvSpPr txBox="1"/>
          <p:nvPr/>
        </p:nvSpPr>
        <p:spPr>
          <a:xfrm>
            <a:off x="800450" y="4547875"/>
            <a:ext cx="7537200" cy="554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s-419" sz="800">
                <a:solidFill>
                  <a:srgbClr val="94B6BD"/>
                </a:solidFill>
              </a:rPr>
              <a:t>Wilson, K. A., James, G. A., Kilts, C. D., &amp; Bush, K. A. (2020). Combining Physiological and Neuroimaging Measures to Predict Affect Processing Induced by Affectively Valent Image Stimuli. Scientific reports, 10(1), 1-10.</a:t>
            </a:r>
            <a:endParaRPr sz="800">
              <a:solidFill>
                <a:srgbClr val="94B6BD"/>
              </a:solidFill>
            </a:endParaRPr>
          </a:p>
          <a:p>
            <a:pPr indent="0" lvl="0" marL="0" rtl="0" algn="r">
              <a:spcBef>
                <a:spcPts val="0"/>
              </a:spcBef>
              <a:spcAft>
                <a:spcPts val="0"/>
              </a:spcAft>
              <a:buNone/>
            </a:pPr>
            <a:r>
              <a:t/>
            </a:r>
            <a:endParaRPr sz="800">
              <a:solidFill>
                <a:srgbClr val="94B6BD"/>
              </a:solidFill>
            </a:endParaRPr>
          </a:p>
        </p:txBody>
      </p:sp>
      <p:sp>
        <p:nvSpPr>
          <p:cNvPr id="612" name="Google Shape;612;p55"/>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6" name="Shape 616"/>
        <p:cNvGrpSpPr/>
        <p:nvPr/>
      </p:nvGrpSpPr>
      <p:grpSpPr>
        <a:xfrm>
          <a:off x="0" y="0"/>
          <a:ext cx="0" cy="0"/>
          <a:chOff x="0" y="0"/>
          <a:chExt cx="0" cy="0"/>
        </a:xfrm>
      </p:grpSpPr>
      <p:pic>
        <p:nvPicPr>
          <p:cNvPr id="617" name="Google Shape;617;p56"/>
          <p:cNvPicPr preferRelativeResize="0"/>
          <p:nvPr/>
        </p:nvPicPr>
        <p:blipFill>
          <a:blip r:embed="rId3">
            <a:alphaModFix/>
          </a:blip>
          <a:stretch>
            <a:fillRect/>
          </a:stretch>
        </p:blipFill>
        <p:spPr>
          <a:xfrm>
            <a:off x="1767375" y="776096"/>
            <a:ext cx="5609250" cy="3424950"/>
          </a:xfrm>
          <a:prstGeom prst="rect">
            <a:avLst/>
          </a:prstGeom>
          <a:noFill/>
          <a:ln>
            <a:noFill/>
          </a:ln>
        </p:spPr>
      </p:pic>
      <p:sp>
        <p:nvSpPr>
          <p:cNvPr id="618" name="Google Shape;618;p56"/>
          <p:cNvSpPr txBox="1"/>
          <p:nvPr/>
        </p:nvSpPr>
        <p:spPr>
          <a:xfrm>
            <a:off x="800450" y="4547875"/>
            <a:ext cx="7537200" cy="307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s-419" sz="800">
                <a:solidFill>
                  <a:srgbClr val="94B6BD"/>
                </a:solidFill>
              </a:rPr>
              <a:t>Kovács, P. (2016). Transformation methods in signal processing (Doctoral dissertation, Ph. D. thesis, ELTE Eötvös Loránd University, Budapest, Hungary).</a:t>
            </a:r>
            <a:endParaRPr sz="800">
              <a:solidFill>
                <a:srgbClr val="94B6BD"/>
              </a:solidFill>
            </a:endParaRPr>
          </a:p>
        </p:txBody>
      </p:sp>
      <p:sp>
        <p:nvSpPr>
          <p:cNvPr id="619" name="Google Shape;619;p56"/>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3" name="Shape 623"/>
        <p:cNvGrpSpPr/>
        <p:nvPr/>
      </p:nvGrpSpPr>
      <p:grpSpPr>
        <a:xfrm>
          <a:off x="0" y="0"/>
          <a:ext cx="0" cy="0"/>
          <a:chOff x="0" y="0"/>
          <a:chExt cx="0" cy="0"/>
        </a:xfrm>
      </p:grpSpPr>
      <p:sp>
        <p:nvSpPr>
          <p:cNvPr id="624" name="Google Shape;624;p57"/>
          <p:cNvSpPr txBox="1"/>
          <p:nvPr>
            <p:ph type="title"/>
          </p:nvPr>
        </p:nvSpPr>
        <p:spPr>
          <a:xfrm>
            <a:off x="824000" y="1613825"/>
            <a:ext cx="5857800" cy="18729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419"/>
              <a:t>1.5 Herramientas</a:t>
            </a:r>
            <a:endParaRPr/>
          </a:p>
        </p:txBody>
      </p:sp>
      <p:sp>
        <p:nvSpPr>
          <p:cNvPr id="625" name="Google Shape;625;p57"/>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9" name="Shape 629"/>
        <p:cNvGrpSpPr/>
        <p:nvPr/>
      </p:nvGrpSpPr>
      <p:grpSpPr>
        <a:xfrm>
          <a:off x="0" y="0"/>
          <a:ext cx="0" cy="0"/>
          <a:chOff x="0" y="0"/>
          <a:chExt cx="0" cy="0"/>
        </a:xfrm>
      </p:grpSpPr>
      <p:pic>
        <p:nvPicPr>
          <p:cNvPr id="630" name="Google Shape;630;p58"/>
          <p:cNvPicPr preferRelativeResize="0"/>
          <p:nvPr/>
        </p:nvPicPr>
        <p:blipFill>
          <a:blip r:embed="rId3">
            <a:alphaModFix/>
          </a:blip>
          <a:stretch>
            <a:fillRect/>
          </a:stretch>
        </p:blipFill>
        <p:spPr>
          <a:xfrm>
            <a:off x="2318250" y="152400"/>
            <a:ext cx="4507512" cy="4838699"/>
          </a:xfrm>
          <a:prstGeom prst="rect">
            <a:avLst/>
          </a:prstGeom>
          <a:noFill/>
          <a:ln>
            <a:noFill/>
          </a:ln>
        </p:spPr>
      </p:pic>
      <p:sp>
        <p:nvSpPr>
          <p:cNvPr id="631" name="Google Shape;631;p58"/>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5" name="Shape 635"/>
        <p:cNvGrpSpPr/>
        <p:nvPr/>
      </p:nvGrpSpPr>
      <p:grpSpPr>
        <a:xfrm>
          <a:off x="0" y="0"/>
          <a:ext cx="0" cy="0"/>
          <a:chOff x="0" y="0"/>
          <a:chExt cx="0" cy="0"/>
        </a:xfrm>
      </p:grpSpPr>
      <p:pic>
        <p:nvPicPr>
          <p:cNvPr id="636" name="Google Shape;636;p59"/>
          <p:cNvPicPr preferRelativeResize="0"/>
          <p:nvPr/>
        </p:nvPicPr>
        <p:blipFill>
          <a:blip r:embed="rId3">
            <a:alphaModFix/>
          </a:blip>
          <a:stretch>
            <a:fillRect/>
          </a:stretch>
        </p:blipFill>
        <p:spPr>
          <a:xfrm>
            <a:off x="679450" y="677038"/>
            <a:ext cx="7785101" cy="3789425"/>
          </a:xfrm>
          <a:prstGeom prst="rect">
            <a:avLst/>
          </a:prstGeom>
          <a:noFill/>
          <a:ln>
            <a:noFill/>
          </a:ln>
        </p:spPr>
      </p:pic>
      <p:sp>
        <p:nvSpPr>
          <p:cNvPr id="637" name="Google Shape;637;p59"/>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1" name="Shape 641"/>
        <p:cNvGrpSpPr/>
        <p:nvPr/>
      </p:nvGrpSpPr>
      <p:grpSpPr>
        <a:xfrm>
          <a:off x="0" y="0"/>
          <a:ext cx="0" cy="0"/>
          <a:chOff x="0" y="0"/>
          <a:chExt cx="0" cy="0"/>
        </a:xfrm>
      </p:grpSpPr>
      <p:pic>
        <p:nvPicPr>
          <p:cNvPr id="642" name="Google Shape;642;p60"/>
          <p:cNvPicPr preferRelativeResize="0"/>
          <p:nvPr/>
        </p:nvPicPr>
        <p:blipFill>
          <a:blip r:embed="rId3">
            <a:alphaModFix/>
          </a:blip>
          <a:stretch>
            <a:fillRect/>
          </a:stretch>
        </p:blipFill>
        <p:spPr>
          <a:xfrm>
            <a:off x="2146188" y="152400"/>
            <a:ext cx="4851618" cy="4838697"/>
          </a:xfrm>
          <a:prstGeom prst="rect">
            <a:avLst/>
          </a:prstGeom>
          <a:noFill/>
          <a:ln>
            <a:noFill/>
          </a:ln>
        </p:spPr>
      </p:pic>
      <p:sp>
        <p:nvSpPr>
          <p:cNvPr id="643" name="Google Shape;643;p60"/>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7" name="Shape 647"/>
        <p:cNvGrpSpPr/>
        <p:nvPr/>
      </p:nvGrpSpPr>
      <p:grpSpPr>
        <a:xfrm>
          <a:off x="0" y="0"/>
          <a:ext cx="0" cy="0"/>
          <a:chOff x="0" y="0"/>
          <a:chExt cx="0" cy="0"/>
        </a:xfrm>
      </p:grpSpPr>
      <p:pic>
        <p:nvPicPr>
          <p:cNvPr id="648" name="Google Shape;648;p61"/>
          <p:cNvPicPr preferRelativeResize="0"/>
          <p:nvPr/>
        </p:nvPicPr>
        <p:blipFill>
          <a:blip r:embed="rId3">
            <a:alphaModFix/>
          </a:blip>
          <a:stretch>
            <a:fillRect/>
          </a:stretch>
        </p:blipFill>
        <p:spPr>
          <a:xfrm>
            <a:off x="1391363" y="152400"/>
            <a:ext cx="6361278" cy="4838700"/>
          </a:xfrm>
          <a:prstGeom prst="rect">
            <a:avLst/>
          </a:prstGeom>
          <a:noFill/>
          <a:ln>
            <a:noFill/>
          </a:ln>
        </p:spPr>
      </p:pic>
      <p:sp>
        <p:nvSpPr>
          <p:cNvPr id="649" name="Google Shape;649;p61"/>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3" name="Shape 653"/>
        <p:cNvGrpSpPr/>
        <p:nvPr/>
      </p:nvGrpSpPr>
      <p:grpSpPr>
        <a:xfrm>
          <a:off x="0" y="0"/>
          <a:ext cx="0" cy="0"/>
          <a:chOff x="0" y="0"/>
          <a:chExt cx="0" cy="0"/>
        </a:xfrm>
      </p:grpSpPr>
      <p:pic>
        <p:nvPicPr>
          <p:cNvPr id="654" name="Google Shape;654;p62"/>
          <p:cNvPicPr preferRelativeResize="0"/>
          <p:nvPr/>
        </p:nvPicPr>
        <p:blipFill>
          <a:blip r:embed="rId3">
            <a:alphaModFix/>
          </a:blip>
          <a:stretch>
            <a:fillRect/>
          </a:stretch>
        </p:blipFill>
        <p:spPr>
          <a:xfrm>
            <a:off x="1432400" y="152400"/>
            <a:ext cx="6279188" cy="4838701"/>
          </a:xfrm>
          <a:prstGeom prst="rect">
            <a:avLst/>
          </a:prstGeom>
          <a:noFill/>
          <a:ln>
            <a:noFill/>
          </a:ln>
        </p:spPr>
      </p:pic>
      <p:sp>
        <p:nvSpPr>
          <p:cNvPr id="655" name="Google Shape;655;p6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9" name="Shape 659"/>
        <p:cNvGrpSpPr/>
        <p:nvPr/>
      </p:nvGrpSpPr>
      <p:grpSpPr>
        <a:xfrm>
          <a:off x="0" y="0"/>
          <a:ext cx="0" cy="0"/>
          <a:chOff x="0" y="0"/>
          <a:chExt cx="0" cy="0"/>
        </a:xfrm>
      </p:grpSpPr>
      <p:sp>
        <p:nvSpPr>
          <p:cNvPr id="660" name="Google Shape;660;p63"/>
          <p:cNvSpPr txBox="1"/>
          <p:nvPr>
            <p:ph idx="1" type="body"/>
          </p:nvPr>
        </p:nvSpPr>
        <p:spPr>
          <a:xfrm>
            <a:off x="1303800" y="4138975"/>
            <a:ext cx="5843100" cy="534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https://github.com/</a:t>
            </a:r>
            <a:endParaRPr/>
          </a:p>
        </p:txBody>
      </p:sp>
      <p:pic>
        <p:nvPicPr>
          <p:cNvPr id="661" name="Google Shape;661;p63"/>
          <p:cNvPicPr preferRelativeResize="0"/>
          <p:nvPr/>
        </p:nvPicPr>
        <p:blipFill>
          <a:blip r:embed="rId3">
            <a:alphaModFix/>
          </a:blip>
          <a:stretch>
            <a:fillRect/>
          </a:stretch>
        </p:blipFill>
        <p:spPr>
          <a:xfrm>
            <a:off x="3143250" y="656850"/>
            <a:ext cx="2857500" cy="1600200"/>
          </a:xfrm>
          <a:prstGeom prst="rect">
            <a:avLst/>
          </a:prstGeom>
          <a:noFill/>
          <a:ln>
            <a:noFill/>
          </a:ln>
        </p:spPr>
      </p:pic>
      <p:sp>
        <p:nvSpPr>
          <p:cNvPr id="662" name="Google Shape;662;p63"/>
          <p:cNvSpPr txBox="1"/>
          <p:nvPr>
            <p:ph idx="1" type="body"/>
          </p:nvPr>
        </p:nvSpPr>
        <p:spPr>
          <a:xfrm>
            <a:off x="1303800" y="2617600"/>
            <a:ext cx="7030500" cy="1914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GitHub es una </a:t>
            </a:r>
            <a:r>
              <a:rPr b="1" lang="es-419"/>
              <a:t>plataforma</a:t>
            </a:r>
            <a:r>
              <a:rPr lang="es-419"/>
              <a:t> de desarrollo colaborativo, para alojar proyectos utilizando el sistema de control de versiones Git. Se utiliza principalmente para la creación de código fuente de programas de computadora.</a:t>
            </a:r>
            <a:endParaRPr/>
          </a:p>
          <a:p>
            <a:pPr indent="0" lvl="0" marL="0" rtl="0" algn="l">
              <a:spcBef>
                <a:spcPts val="0"/>
              </a:spcBef>
              <a:spcAft>
                <a:spcPts val="0"/>
              </a:spcAft>
              <a:buNone/>
            </a:pPr>
            <a:r>
              <a:rPr lang="es-419"/>
              <a:t>Plataformas similares: GNU Savannah, Gitlab,</a:t>
            </a:r>
            <a:r>
              <a:rPr baseline="-25000" lang="es-419"/>
              <a:t>, </a:t>
            </a:r>
            <a:r>
              <a:rPr lang="es-419"/>
              <a:t>Google Code, SourceForge, Bitbucket, etc.</a:t>
            </a:r>
            <a:endParaRPr/>
          </a:p>
        </p:txBody>
      </p:sp>
      <p:sp>
        <p:nvSpPr>
          <p:cNvPr id="663" name="Google Shape;663;p63"/>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7" name="Shape 667"/>
        <p:cNvGrpSpPr/>
        <p:nvPr/>
      </p:nvGrpSpPr>
      <p:grpSpPr>
        <a:xfrm>
          <a:off x="0" y="0"/>
          <a:ext cx="0" cy="0"/>
          <a:chOff x="0" y="0"/>
          <a:chExt cx="0" cy="0"/>
        </a:xfrm>
      </p:grpSpPr>
      <p:sp>
        <p:nvSpPr>
          <p:cNvPr id="668" name="Google Shape;668;p64"/>
          <p:cNvSpPr txBox="1"/>
          <p:nvPr>
            <p:ph idx="1" type="body"/>
          </p:nvPr>
        </p:nvSpPr>
        <p:spPr>
          <a:xfrm>
            <a:off x="1303800" y="4138975"/>
            <a:ext cx="5843100" cy="534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https://jupyter.org/</a:t>
            </a:r>
            <a:endParaRPr/>
          </a:p>
        </p:txBody>
      </p:sp>
      <p:pic>
        <p:nvPicPr>
          <p:cNvPr id="669" name="Google Shape;669;p64"/>
          <p:cNvPicPr preferRelativeResize="0"/>
          <p:nvPr/>
        </p:nvPicPr>
        <p:blipFill>
          <a:blip r:embed="rId3">
            <a:alphaModFix/>
          </a:blip>
          <a:stretch>
            <a:fillRect/>
          </a:stretch>
        </p:blipFill>
        <p:spPr>
          <a:xfrm>
            <a:off x="2843088" y="547475"/>
            <a:ext cx="3457824" cy="1671425"/>
          </a:xfrm>
          <a:prstGeom prst="rect">
            <a:avLst/>
          </a:prstGeom>
          <a:noFill/>
          <a:ln>
            <a:noFill/>
          </a:ln>
        </p:spPr>
      </p:pic>
      <p:sp>
        <p:nvSpPr>
          <p:cNvPr id="670" name="Google Shape;670;p64"/>
          <p:cNvSpPr txBox="1"/>
          <p:nvPr>
            <p:ph idx="1" type="body"/>
          </p:nvPr>
        </p:nvSpPr>
        <p:spPr>
          <a:xfrm>
            <a:off x="1303800" y="2617600"/>
            <a:ext cx="7030500" cy="1914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Jupyter (Julia, Python y R) es un </a:t>
            </a:r>
            <a:r>
              <a:rPr b="1" lang="es-419"/>
              <a:t>proyecto</a:t>
            </a:r>
            <a:r>
              <a:rPr lang="es-419"/>
              <a:t> y una comunidad cuyo objetivo es "desarrollar software de código abierto, estándares abiertos y servicios para computación interactiva en múltiples lenguajes de programación.</a:t>
            </a:r>
            <a:endParaRPr/>
          </a:p>
          <a:p>
            <a:pPr indent="0" lvl="0" marL="0" rtl="0" algn="l">
              <a:spcBef>
                <a:spcPts val="0"/>
              </a:spcBef>
              <a:spcAft>
                <a:spcPts val="0"/>
              </a:spcAft>
              <a:buNone/>
            </a:pPr>
            <a:r>
              <a:rPr lang="es-419"/>
              <a:t>Jupyter Notebook es un </a:t>
            </a:r>
            <a:r>
              <a:rPr b="1" lang="es-419"/>
              <a:t>entorno</a:t>
            </a:r>
            <a:r>
              <a:rPr lang="es-419"/>
              <a:t> interactivo para crear documentos, y los principales proveedores de servicios en la nube lo han adoptado, e.g., Amazon's SageMaker Notebooks, Google's Colaboratory, and Microsoft's Azure Notebook.</a:t>
            </a:r>
            <a:endParaRPr/>
          </a:p>
        </p:txBody>
      </p:sp>
      <p:sp>
        <p:nvSpPr>
          <p:cNvPr id="671" name="Google Shape;671;p64"/>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5" name="Shape 675"/>
        <p:cNvGrpSpPr/>
        <p:nvPr/>
      </p:nvGrpSpPr>
      <p:grpSpPr>
        <a:xfrm>
          <a:off x="0" y="0"/>
          <a:ext cx="0" cy="0"/>
          <a:chOff x="0" y="0"/>
          <a:chExt cx="0" cy="0"/>
        </a:xfrm>
      </p:grpSpPr>
      <p:sp>
        <p:nvSpPr>
          <p:cNvPr id="676" name="Google Shape;676;p65"/>
          <p:cNvSpPr txBox="1"/>
          <p:nvPr>
            <p:ph idx="1" type="body"/>
          </p:nvPr>
        </p:nvSpPr>
        <p:spPr>
          <a:xfrm>
            <a:off x="1303800" y="4138975"/>
            <a:ext cx="5843100" cy="534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https://colab.research.google.com/</a:t>
            </a:r>
            <a:endParaRPr/>
          </a:p>
        </p:txBody>
      </p:sp>
      <p:sp>
        <p:nvSpPr>
          <p:cNvPr id="677" name="Google Shape;677;p65"/>
          <p:cNvSpPr txBox="1"/>
          <p:nvPr>
            <p:ph idx="1" type="body"/>
          </p:nvPr>
        </p:nvSpPr>
        <p:spPr>
          <a:xfrm>
            <a:off x="1303800" y="2617600"/>
            <a:ext cx="7030500" cy="162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Colaboratory, o "Colab" para abreviar, es un producto de Google Research. Permite a cualquier usuario escribir y ejecutar código de Python en el navegador. Es especialmente adecuado para tareas de aprendizaje automático, análisis de datos y educación. </a:t>
            </a:r>
            <a:endParaRPr/>
          </a:p>
          <a:p>
            <a:pPr indent="0" lvl="0" marL="0" rtl="0" algn="l">
              <a:spcBef>
                <a:spcPts val="0"/>
              </a:spcBef>
              <a:spcAft>
                <a:spcPts val="0"/>
              </a:spcAft>
              <a:buNone/>
            </a:pPr>
            <a:r>
              <a:rPr lang="es-419"/>
              <a:t>Colab es un servicio alojado de Jupyter Notebook que no requiere configuración y que ofrece acceso gratuito a recursos informáticos, como GPUs.</a:t>
            </a:r>
            <a:endParaRPr/>
          </a:p>
        </p:txBody>
      </p:sp>
      <p:pic>
        <p:nvPicPr>
          <p:cNvPr id="678" name="Google Shape;678;p65"/>
          <p:cNvPicPr preferRelativeResize="0"/>
          <p:nvPr/>
        </p:nvPicPr>
        <p:blipFill>
          <a:blip r:embed="rId3">
            <a:alphaModFix/>
          </a:blip>
          <a:stretch>
            <a:fillRect/>
          </a:stretch>
        </p:blipFill>
        <p:spPr>
          <a:xfrm>
            <a:off x="3067924" y="503625"/>
            <a:ext cx="3008150" cy="1692076"/>
          </a:xfrm>
          <a:prstGeom prst="rect">
            <a:avLst/>
          </a:prstGeom>
          <a:noFill/>
          <a:ln>
            <a:noFill/>
          </a:ln>
        </p:spPr>
      </p:pic>
      <p:sp>
        <p:nvSpPr>
          <p:cNvPr id="679" name="Google Shape;679;p65"/>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3" name="Shape 683"/>
        <p:cNvGrpSpPr/>
        <p:nvPr/>
      </p:nvGrpSpPr>
      <p:grpSpPr>
        <a:xfrm>
          <a:off x="0" y="0"/>
          <a:ext cx="0" cy="0"/>
          <a:chOff x="0" y="0"/>
          <a:chExt cx="0" cy="0"/>
        </a:xfrm>
      </p:grpSpPr>
      <p:sp>
        <p:nvSpPr>
          <p:cNvPr id="684" name="Google Shape;684;p66"/>
          <p:cNvSpPr txBox="1"/>
          <p:nvPr>
            <p:ph idx="1" type="body"/>
          </p:nvPr>
        </p:nvSpPr>
        <p:spPr>
          <a:xfrm>
            <a:off x="1303800" y="4138975"/>
            <a:ext cx="5843100" cy="534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https://www.cs.waikato.ac.nz/ml/weka/</a:t>
            </a:r>
            <a:endParaRPr/>
          </a:p>
        </p:txBody>
      </p:sp>
      <p:sp>
        <p:nvSpPr>
          <p:cNvPr id="685" name="Google Shape;685;p66"/>
          <p:cNvSpPr txBox="1"/>
          <p:nvPr>
            <p:ph idx="1" type="body"/>
          </p:nvPr>
        </p:nvSpPr>
        <p:spPr>
          <a:xfrm>
            <a:off x="1303800" y="2617600"/>
            <a:ext cx="7030500" cy="162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Weka (Waikato Environment for Knowledge Analysis, en español «entorno para análisis del conocimiento de la Universidad de Waikato») es una plataforma de software para el aprendizaje automático y la minería de datos escrito en Java y desarrollado en la Universidad de Waikato. Weka es un software libre distribuido bajo la licencia GNU-GPL.</a:t>
            </a:r>
            <a:endParaRPr/>
          </a:p>
        </p:txBody>
      </p:sp>
      <p:sp>
        <p:nvSpPr>
          <p:cNvPr id="686" name="Google Shape;686;p66"/>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pic>
        <p:nvPicPr>
          <p:cNvPr id="687" name="Google Shape;687;p66"/>
          <p:cNvPicPr preferRelativeResize="0"/>
          <p:nvPr/>
        </p:nvPicPr>
        <p:blipFill>
          <a:blip r:embed="rId3">
            <a:alphaModFix/>
          </a:blip>
          <a:stretch>
            <a:fillRect/>
          </a:stretch>
        </p:blipFill>
        <p:spPr>
          <a:xfrm>
            <a:off x="3629025" y="971225"/>
            <a:ext cx="1885950" cy="990600"/>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1" name="Shape 691"/>
        <p:cNvGrpSpPr/>
        <p:nvPr/>
      </p:nvGrpSpPr>
      <p:grpSpPr>
        <a:xfrm>
          <a:off x="0" y="0"/>
          <a:ext cx="0" cy="0"/>
          <a:chOff x="0" y="0"/>
          <a:chExt cx="0" cy="0"/>
        </a:xfrm>
      </p:grpSpPr>
      <p:sp>
        <p:nvSpPr>
          <p:cNvPr id="692" name="Google Shape;692;p67"/>
          <p:cNvSpPr txBox="1"/>
          <p:nvPr>
            <p:ph idx="1" type="body"/>
          </p:nvPr>
        </p:nvSpPr>
        <p:spPr>
          <a:xfrm>
            <a:off x="1303800" y="4138975"/>
            <a:ext cx="5843100" cy="534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https://orangedatamining.com/</a:t>
            </a:r>
            <a:endParaRPr/>
          </a:p>
        </p:txBody>
      </p:sp>
      <p:sp>
        <p:nvSpPr>
          <p:cNvPr id="693" name="Google Shape;693;p67"/>
          <p:cNvSpPr txBox="1"/>
          <p:nvPr>
            <p:ph idx="1" type="body"/>
          </p:nvPr>
        </p:nvSpPr>
        <p:spPr>
          <a:xfrm>
            <a:off x="1303800" y="2617600"/>
            <a:ext cx="7030500" cy="162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Orange es un paquete de software de programación visual basado en componentes para visualización de datos, aprendizaje automático, minería de datos y análisis de datos. Fue desarrollado en la Universidad de Ljubljana (Eslovenia). Los componentes naranjas se denominan widgets y van desde la simple visualización de datos, la selección de subconjuntos y el preprocesamiento hasta la evaluación empírica de algoritmos de aprendizaje y el modelado predictivo.</a:t>
            </a:r>
            <a:endParaRPr/>
          </a:p>
        </p:txBody>
      </p:sp>
      <p:sp>
        <p:nvSpPr>
          <p:cNvPr id="694" name="Google Shape;694;p67"/>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pic>
        <p:nvPicPr>
          <p:cNvPr id="695" name="Google Shape;695;p67"/>
          <p:cNvPicPr preferRelativeResize="0"/>
          <p:nvPr/>
        </p:nvPicPr>
        <p:blipFill>
          <a:blip r:embed="rId3">
            <a:alphaModFix/>
          </a:blip>
          <a:stretch>
            <a:fillRect/>
          </a:stretch>
        </p:blipFill>
        <p:spPr>
          <a:xfrm>
            <a:off x="3233752" y="756500"/>
            <a:ext cx="2676501" cy="1486100"/>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9" name="Shape 699"/>
        <p:cNvGrpSpPr/>
        <p:nvPr/>
      </p:nvGrpSpPr>
      <p:grpSpPr>
        <a:xfrm>
          <a:off x="0" y="0"/>
          <a:ext cx="0" cy="0"/>
          <a:chOff x="0" y="0"/>
          <a:chExt cx="0" cy="0"/>
        </a:xfrm>
      </p:grpSpPr>
      <p:sp>
        <p:nvSpPr>
          <p:cNvPr id="700" name="Google Shape;700;p68"/>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Tecnología disponible</a:t>
            </a:r>
            <a:endParaRPr/>
          </a:p>
        </p:txBody>
      </p:sp>
      <p:pic>
        <p:nvPicPr>
          <p:cNvPr id="701" name="Google Shape;701;p68"/>
          <p:cNvPicPr preferRelativeResize="0"/>
          <p:nvPr/>
        </p:nvPicPr>
        <p:blipFill>
          <a:blip r:embed="rId3">
            <a:alphaModFix/>
          </a:blip>
          <a:stretch>
            <a:fillRect/>
          </a:stretch>
        </p:blipFill>
        <p:spPr>
          <a:xfrm>
            <a:off x="949200" y="1763900"/>
            <a:ext cx="1258700" cy="1258700"/>
          </a:xfrm>
          <a:prstGeom prst="rect">
            <a:avLst/>
          </a:prstGeom>
          <a:noFill/>
          <a:ln>
            <a:noFill/>
          </a:ln>
        </p:spPr>
      </p:pic>
      <p:pic>
        <p:nvPicPr>
          <p:cNvPr id="702" name="Google Shape;702;p68"/>
          <p:cNvPicPr preferRelativeResize="0"/>
          <p:nvPr/>
        </p:nvPicPr>
        <p:blipFill>
          <a:blip r:embed="rId4">
            <a:alphaModFix/>
          </a:blip>
          <a:stretch>
            <a:fillRect/>
          </a:stretch>
        </p:blipFill>
        <p:spPr>
          <a:xfrm>
            <a:off x="2716399" y="1786985"/>
            <a:ext cx="1940040" cy="1212525"/>
          </a:xfrm>
          <a:prstGeom prst="rect">
            <a:avLst/>
          </a:prstGeom>
          <a:noFill/>
          <a:ln>
            <a:noFill/>
          </a:ln>
        </p:spPr>
      </p:pic>
      <p:pic>
        <p:nvPicPr>
          <p:cNvPr id="703" name="Google Shape;703;p68"/>
          <p:cNvPicPr preferRelativeResize="0"/>
          <p:nvPr/>
        </p:nvPicPr>
        <p:blipFill>
          <a:blip r:embed="rId5">
            <a:alphaModFix/>
          </a:blip>
          <a:stretch>
            <a:fillRect/>
          </a:stretch>
        </p:blipFill>
        <p:spPr>
          <a:xfrm>
            <a:off x="4889675" y="1742625"/>
            <a:ext cx="1301250" cy="1301250"/>
          </a:xfrm>
          <a:prstGeom prst="rect">
            <a:avLst/>
          </a:prstGeom>
          <a:noFill/>
          <a:ln>
            <a:noFill/>
          </a:ln>
        </p:spPr>
      </p:pic>
      <p:pic>
        <p:nvPicPr>
          <p:cNvPr id="704" name="Google Shape;704;p68"/>
          <p:cNvPicPr preferRelativeResize="0"/>
          <p:nvPr/>
        </p:nvPicPr>
        <p:blipFill>
          <a:blip r:embed="rId6">
            <a:alphaModFix/>
          </a:blip>
          <a:stretch>
            <a:fillRect/>
          </a:stretch>
        </p:blipFill>
        <p:spPr>
          <a:xfrm>
            <a:off x="6580701" y="486537"/>
            <a:ext cx="2150951" cy="1075475"/>
          </a:xfrm>
          <a:prstGeom prst="rect">
            <a:avLst/>
          </a:prstGeom>
          <a:noFill/>
          <a:ln>
            <a:noFill/>
          </a:ln>
        </p:spPr>
      </p:pic>
      <p:pic>
        <p:nvPicPr>
          <p:cNvPr id="705" name="Google Shape;705;p68"/>
          <p:cNvPicPr preferRelativeResize="0"/>
          <p:nvPr/>
        </p:nvPicPr>
        <p:blipFill>
          <a:blip r:embed="rId7">
            <a:alphaModFix/>
          </a:blip>
          <a:stretch>
            <a:fillRect/>
          </a:stretch>
        </p:blipFill>
        <p:spPr>
          <a:xfrm>
            <a:off x="589825" y="3315900"/>
            <a:ext cx="2478579" cy="1301249"/>
          </a:xfrm>
          <a:prstGeom prst="rect">
            <a:avLst/>
          </a:prstGeom>
          <a:noFill/>
          <a:ln>
            <a:noFill/>
          </a:ln>
        </p:spPr>
      </p:pic>
      <p:pic>
        <p:nvPicPr>
          <p:cNvPr id="706" name="Google Shape;706;p68"/>
          <p:cNvPicPr preferRelativeResize="0"/>
          <p:nvPr/>
        </p:nvPicPr>
        <p:blipFill>
          <a:blip r:embed="rId8">
            <a:alphaModFix/>
          </a:blip>
          <a:stretch>
            <a:fillRect/>
          </a:stretch>
        </p:blipFill>
        <p:spPr>
          <a:xfrm>
            <a:off x="2971525" y="3532887"/>
            <a:ext cx="1918139" cy="1057975"/>
          </a:xfrm>
          <a:prstGeom prst="rect">
            <a:avLst/>
          </a:prstGeom>
          <a:noFill/>
          <a:ln>
            <a:noFill/>
          </a:ln>
        </p:spPr>
      </p:pic>
      <p:pic>
        <p:nvPicPr>
          <p:cNvPr id="707" name="Google Shape;707;p68"/>
          <p:cNvPicPr preferRelativeResize="0"/>
          <p:nvPr/>
        </p:nvPicPr>
        <p:blipFill>
          <a:blip r:embed="rId9">
            <a:alphaModFix/>
          </a:blip>
          <a:stretch>
            <a:fillRect/>
          </a:stretch>
        </p:blipFill>
        <p:spPr>
          <a:xfrm>
            <a:off x="7192350" y="3684268"/>
            <a:ext cx="1258699" cy="755220"/>
          </a:xfrm>
          <a:prstGeom prst="rect">
            <a:avLst/>
          </a:prstGeom>
          <a:noFill/>
          <a:ln>
            <a:noFill/>
          </a:ln>
        </p:spPr>
      </p:pic>
      <p:sp>
        <p:nvSpPr>
          <p:cNvPr id="708" name="Google Shape;708;p68"/>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pic>
        <p:nvPicPr>
          <p:cNvPr id="709" name="Google Shape;709;p68"/>
          <p:cNvPicPr preferRelativeResize="0"/>
          <p:nvPr/>
        </p:nvPicPr>
        <p:blipFill>
          <a:blip r:embed="rId10">
            <a:alphaModFix/>
          </a:blip>
          <a:stretch>
            <a:fillRect/>
          </a:stretch>
        </p:blipFill>
        <p:spPr>
          <a:xfrm>
            <a:off x="7785925" y="1827899"/>
            <a:ext cx="955350" cy="1432251"/>
          </a:xfrm>
          <a:prstGeom prst="rect">
            <a:avLst/>
          </a:prstGeom>
          <a:noFill/>
          <a:ln>
            <a:noFill/>
          </a:ln>
        </p:spPr>
      </p:pic>
      <p:pic>
        <p:nvPicPr>
          <p:cNvPr id="710" name="Google Shape;710;p68"/>
          <p:cNvPicPr preferRelativeResize="0"/>
          <p:nvPr/>
        </p:nvPicPr>
        <p:blipFill rotWithShape="1">
          <a:blip r:embed="rId11">
            <a:alphaModFix/>
          </a:blip>
          <a:srcRect b="28960" l="12305" r="13696" t="28731"/>
          <a:stretch/>
        </p:blipFill>
        <p:spPr>
          <a:xfrm>
            <a:off x="6325440" y="2164400"/>
            <a:ext cx="1424986" cy="814701"/>
          </a:xfrm>
          <a:prstGeom prst="rect">
            <a:avLst/>
          </a:prstGeom>
          <a:noFill/>
          <a:ln>
            <a:noFill/>
          </a:ln>
        </p:spPr>
      </p:pic>
      <p:pic>
        <p:nvPicPr>
          <p:cNvPr id="711" name="Google Shape;711;p68"/>
          <p:cNvPicPr preferRelativeResize="0"/>
          <p:nvPr/>
        </p:nvPicPr>
        <p:blipFill>
          <a:blip r:embed="rId12">
            <a:alphaModFix/>
          </a:blip>
          <a:stretch>
            <a:fillRect/>
          </a:stretch>
        </p:blipFill>
        <p:spPr>
          <a:xfrm>
            <a:off x="5524199" y="3339613"/>
            <a:ext cx="1056500" cy="1572211"/>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5" name="Shape 715"/>
        <p:cNvGrpSpPr/>
        <p:nvPr/>
      </p:nvGrpSpPr>
      <p:grpSpPr>
        <a:xfrm>
          <a:off x="0" y="0"/>
          <a:ext cx="0" cy="0"/>
          <a:chOff x="0" y="0"/>
          <a:chExt cx="0" cy="0"/>
        </a:xfrm>
      </p:grpSpPr>
      <p:sp>
        <p:nvSpPr>
          <p:cNvPr id="716" name="Google Shape;716;p69"/>
          <p:cNvSpPr txBox="1"/>
          <p:nvPr>
            <p:ph type="title"/>
          </p:nvPr>
        </p:nvSpPr>
        <p:spPr>
          <a:xfrm>
            <a:off x="1303800" y="598575"/>
            <a:ext cx="3312000" cy="1590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sz="2400"/>
              <a:t>ACTIVIDAD</a:t>
            </a:r>
            <a:endParaRPr sz="2400"/>
          </a:p>
        </p:txBody>
      </p:sp>
      <p:sp>
        <p:nvSpPr>
          <p:cNvPr id="717" name="Google Shape;717;p69"/>
          <p:cNvSpPr txBox="1"/>
          <p:nvPr>
            <p:ph idx="1" type="body"/>
          </p:nvPr>
        </p:nvSpPr>
        <p:spPr>
          <a:xfrm>
            <a:off x="922800" y="1928675"/>
            <a:ext cx="3312000" cy="22218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s-419" sz="1600"/>
              <a:t>Big data &amp; Black mirror</a:t>
            </a:r>
            <a:endParaRPr sz="1600"/>
          </a:p>
          <a:p>
            <a:pPr indent="0" lvl="0" marL="0" rtl="0" algn="l">
              <a:spcBef>
                <a:spcPts val="1200"/>
              </a:spcBef>
              <a:spcAft>
                <a:spcPts val="1200"/>
              </a:spcAft>
              <a:buNone/>
            </a:pPr>
            <a:r>
              <a:rPr lang="es-419" sz="1600"/>
              <a:t>Analizar un capítulo y resaltar los conceptos relacionados con la recolección/sensado de datos, su procesamiento con técnicas de inteligencia artificial / ML, y las implicaciones éticas.</a:t>
            </a:r>
            <a:endParaRPr sz="1600"/>
          </a:p>
        </p:txBody>
      </p:sp>
      <p:pic>
        <p:nvPicPr>
          <p:cNvPr id="718" name="Google Shape;718;p69"/>
          <p:cNvPicPr preferRelativeResize="0"/>
          <p:nvPr/>
        </p:nvPicPr>
        <p:blipFill rotWithShape="1">
          <a:blip r:embed="rId3">
            <a:alphaModFix/>
          </a:blip>
          <a:srcRect b="0" l="32845" r="0" t="0"/>
          <a:stretch/>
        </p:blipFill>
        <p:spPr>
          <a:xfrm>
            <a:off x="4612500" y="0"/>
            <a:ext cx="4531499" cy="5064469"/>
          </a:xfrm>
          <a:prstGeom prst="rect">
            <a:avLst/>
          </a:prstGeom>
          <a:noFill/>
          <a:ln>
            <a:noFill/>
          </a:ln>
        </p:spPr>
      </p:pic>
      <p:sp>
        <p:nvSpPr>
          <p:cNvPr id="719" name="Google Shape;719;p69"/>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3" name="Shape 723"/>
        <p:cNvGrpSpPr/>
        <p:nvPr/>
      </p:nvGrpSpPr>
      <p:grpSpPr>
        <a:xfrm>
          <a:off x="0" y="0"/>
          <a:ext cx="0" cy="0"/>
          <a:chOff x="0" y="0"/>
          <a:chExt cx="0" cy="0"/>
        </a:xfrm>
      </p:grpSpPr>
      <p:sp>
        <p:nvSpPr>
          <p:cNvPr id="724" name="Google Shape;724;p70"/>
          <p:cNvSpPr txBox="1"/>
          <p:nvPr>
            <p:ph type="title"/>
          </p:nvPr>
        </p:nvSpPr>
        <p:spPr>
          <a:xfrm>
            <a:off x="1388625" y="772725"/>
            <a:ext cx="6366900" cy="18633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s-419" sz="6000"/>
              <a:t>¿Preguntas?</a:t>
            </a:r>
            <a:endParaRPr sz="6000"/>
          </a:p>
        </p:txBody>
      </p:sp>
      <p:sp>
        <p:nvSpPr>
          <p:cNvPr id="725" name="Google Shape;725;p70"/>
          <p:cNvSpPr txBox="1"/>
          <p:nvPr>
            <p:ph idx="1" type="body"/>
          </p:nvPr>
        </p:nvSpPr>
        <p:spPr>
          <a:xfrm>
            <a:off x="1388625" y="2483700"/>
            <a:ext cx="6366900" cy="11112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b="1" lang="es-419" sz="1600">
                <a:solidFill>
                  <a:schemeClr val="dk1"/>
                </a:solidFill>
              </a:rPr>
              <a:t>hussein@cicese.mx</a:t>
            </a:r>
            <a:endParaRPr b="1" sz="1600">
              <a:solidFill>
                <a:schemeClr val="dk1"/>
              </a:solidFill>
            </a:endParaRPr>
          </a:p>
          <a:p>
            <a:pPr indent="0" lvl="0" marL="0" rtl="0" algn="ctr">
              <a:spcBef>
                <a:spcPts val="1200"/>
              </a:spcBef>
              <a:spcAft>
                <a:spcPts val="1200"/>
              </a:spcAft>
              <a:buNone/>
            </a:pPr>
            <a:r>
              <a:t/>
            </a:r>
            <a:endParaRPr b="1" sz="1600">
              <a:solidFill>
                <a:schemeClr val="dk1"/>
              </a:solidFill>
            </a:endParaRPr>
          </a:p>
        </p:txBody>
      </p:sp>
      <p:sp>
        <p:nvSpPr>
          <p:cNvPr id="726" name="Google Shape;726;p70"/>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pic>
        <p:nvPicPr>
          <p:cNvPr id="727" name="Google Shape;727;p70"/>
          <p:cNvPicPr preferRelativeResize="0"/>
          <p:nvPr/>
        </p:nvPicPr>
        <p:blipFill>
          <a:blip r:embed="rId3">
            <a:alphaModFix/>
          </a:blip>
          <a:stretch>
            <a:fillRect/>
          </a:stretch>
        </p:blipFill>
        <p:spPr>
          <a:xfrm>
            <a:off x="7771986" y="3437649"/>
            <a:ext cx="1372013" cy="1705850"/>
          </a:xfrm>
          <a:prstGeom prst="rect">
            <a:avLst/>
          </a:prstGeom>
          <a:noFill/>
          <a:ln>
            <a:noFill/>
          </a:ln>
        </p:spPr>
      </p:pic>
      <p:pic>
        <p:nvPicPr>
          <p:cNvPr id="728" name="Google Shape;728;p70"/>
          <p:cNvPicPr preferRelativeResize="0"/>
          <p:nvPr/>
        </p:nvPicPr>
        <p:blipFill>
          <a:blip r:embed="rId4">
            <a:alphaModFix/>
          </a:blip>
          <a:stretch>
            <a:fillRect/>
          </a:stretch>
        </p:blipFill>
        <p:spPr>
          <a:xfrm>
            <a:off x="0" y="3437650"/>
            <a:ext cx="2273117" cy="17058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Impulso CDSI">
  <a:themeElements>
    <a:clrScheme name="Momentum">
      <a:dk1>
        <a:srgbClr val="94B6BD"/>
      </a:dk1>
      <a:lt1>
        <a:srgbClr val="FFFFFF"/>
      </a:lt1>
      <a:dk2>
        <a:srgbClr val="073763"/>
      </a:dk2>
      <a:lt2>
        <a:srgbClr val="BBBBBB"/>
      </a:lt2>
      <a:accent1>
        <a:srgbClr val="3A4664"/>
      </a:accent1>
      <a:accent2>
        <a:srgbClr val="94B6BD"/>
      </a:accent2>
      <a:accent3>
        <a:srgbClr val="EEEEEE"/>
      </a:accent3>
      <a:accent4>
        <a:srgbClr val="BBBBBB"/>
      </a:accent4>
      <a:accent5>
        <a:srgbClr val="0B5394"/>
      </a:accent5>
      <a:accent6>
        <a:srgbClr val="D9D2E9"/>
      </a:accent6>
      <a:hlink>
        <a:srgbClr val="DD7E6B"/>
      </a:hlink>
      <a:folHlink>
        <a:srgbClr val="2727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